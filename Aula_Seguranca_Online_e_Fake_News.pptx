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D4C2FD-53FD-488F-9573-94189A06643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D882887-4A89-4088-BB1F-1ABFA8FBDCC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Reconhecer golpes digitais</a:t>
          </a:r>
        </a:p>
      </dgm:t>
    </dgm:pt>
    <dgm:pt modelId="{84CE5526-2D95-4E0D-A960-A2318D0C0AE5}" type="parTrans" cxnId="{157E7C5A-4CE1-4634-AF50-C76F2A9DE7D9}">
      <dgm:prSet/>
      <dgm:spPr/>
      <dgm:t>
        <a:bodyPr/>
        <a:lstStyle/>
        <a:p>
          <a:endParaRPr lang="en-US"/>
        </a:p>
      </dgm:t>
    </dgm:pt>
    <dgm:pt modelId="{4553D4BE-D545-4013-BAA9-858F2D643FF7}" type="sibTrans" cxnId="{157E7C5A-4CE1-4634-AF50-C76F2A9DE7D9}">
      <dgm:prSet/>
      <dgm:spPr/>
      <dgm:t>
        <a:bodyPr/>
        <a:lstStyle/>
        <a:p>
          <a:endParaRPr lang="en-US"/>
        </a:p>
      </dgm:t>
    </dgm:pt>
    <dgm:pt modelId="{8285442D-67C0-4EE7-AA37-60A50737FFF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Identificar fake news</a:t>
          </a:r>
        </a:p>
      </dgm:t>
    </dgm:pt>
    <dgm:pt modelId="{ADC7B82D-BFEE-4E24-A2DE-F4A2C06332D9}" type="parTrans" cxnId="{0ACE7ECA-A39B-4A4F-9D17-14601F260AF2}">
      <dgm:prSet/>
      <dgm:spPr/>
      <dgm:t>
        <a:bodyPr/>
        <a:lstStyle/>
        <a:p>
          <a:endParaRPr lang="en-US"/>
        </a:p>
      </dgm:t>
    </dgm:pt>
    <dgm:pt modelId="{D4DCFCFE-B76C-409C-9728-2044A334A1DE}" type="sibTrans" cxnId="{0ACE7ECA-A39B-4A4F-9D17-14601F260AF2}">
      <dgm:prSet/>
      <dgm:spPr/>
      <dgm:t>
        <a:bodyPr/>
        <a:lstStyle/>
        <a:p>
          <a:endParaRPr lang="en-US"/>
        </a:p>
      </dgm:t>
    </dgm:pt>
    <dgm:pt modelId="{68FCC5C7-2D93-4D56-9BAD-6CEDE4E16C3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Usar a internet com mais segurança</a:t>
          </a:r>
        </a:p>
      </dgm:t>
    </dgm:pt>
    <dgm:pt modelId="{F5E351DD-4850-4063-AC9A-5F00F3FBD83C}" type="parTrans" cxnId="{A749DA82-662E-4272-9FF6-DFABE26FBA37}">
      <dgm:prSet/>
      <dgm:spPr/>
      <dgm:t>
        <a:bodyPr/>
        <a:lstStyle/>
        <a:p>
          <a:endParaRPr lang="en-US"/>
        </a:p>
      </dgm:t>
    </dgm:pt>
    <dgm:pt modelId="{7B795671-7378-48E8-9542-2522A92B3A61}" type="sibTrans" cxnId="{A749DA82-662E-4272-9FF6-DFABE26FBA37}">
      <dgm:prSet/>
      <dgm:spPr/>
      <dgm:t>
        <a:bodyPr/>
        <a:lstStyle/>
        <a:p>
          <a:endParaRPr lang="en-US"/>
        </a:p>
      </dgm:t>
    </dgm:pt>
    <dgm:pt modelId="{F21597B5-12FE-411C-9886-B525A668E02D}" type="pres">
      <dgm:prSet presAssocID="{92D4C2FD-53FD-488F-9573-94189A06643A}" presName="root" presStyleCnt="0">
        <dgm:presLayoutVars>
          <dgm:dir/>
          <dgm:resizeHandles val="exact"/>
        </dgm:presLayoutVars>
      </dgm:prSet>
      <dgm:spPr/>
    </dgm:pt>
    <dgm:pt modelId="{5BE54EA4-CD46-46D7-8580-729A6846994F}" type="pres">
      <dgm:prSet presAssocID="{DD882887-4A89-4088-BB1F-1ABFA8FBDCC5}" presName="compNode" presStyleCnt="0"/>
      <dgm:spPr/>
    </dgm:pt>
    <dgm:pt modelId="{AAB6EA7D-30D8-40DE-BDFE-D0FAD900284D}" type="pres">
      <dgm:prSet presAssocID="{DD882887-4A89-4088-BB1F-1ABFA8FBDCC5}" presName="iconBgRect" presStyleLbl="bgShp" presStyleIdx="0" presStyleCnt="3"/>
      <dgm:spPr/>
    </dgm:pt>
    <dgm:pt modelId="{1A1F2587-CE16-4CCB-8332-ECCC95E68869}" type="pres">
      <dgm:prSet presAssocID="{DD882887-4A89-4088-BB1F-1ABFA8FBDCC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ixa de Opções"/>
        </a:ext>
      </dgm:extLst>
    </dgm:pt>
    <dgm:pt modelId="{A456F298-7527-4A9A-9BCD-0CD820E43E99}" type="pres">
      <dgm:prSet presAssocID="{DD882887-4A89-4088-BB1F-1ABFA8FBDCC5}" presName="spaceRect" presStyleCnt="0"/>
      <dgm:spPr/>
    </dgm:pt>
    <dgm:pt modelId="{16C8D1F8-C766-4674-82C0-C8CE72CB5E7E}" type="pres">
      <dgm:prSet presAssocID="{DD882887-4A89-4088-BB1F-1ABFA8FBDCC5}" presName="textRect" presStyleLbl="revTx" presStyleIdx="0" presStyleCnt="3">
        <dgm:presLayoutVars>
          <dgm:chMax val="1"/>
          <dgm:chPref val="1"/>
        </dgm:presLayoutVars>
      </dgm:prSet>
      <dgm:spPr/>
    </dgm:pt>
    <dgm:pt modelId="{2A901ECB-DF1B-46A9-A201-EBA157AAD81F}" type="pres">
      <dgm:prSet presAssocID="{4553D4BE-D545-4013-BAA9-858F2D643FF7}" presName="sibTrans" presStyleCnt="0"/>
      <dgm:spPr/>
    </dgm:pt>
    <dgm:pt modelId="{EBC0E5C7-F2CE-478B-A4EC-6E5270B2FE05}" type="pres">
      <dgm:prSet presAssocID="{8285442D-67C0-4EE7-AA37-60A50737FFFE}" presName="compNode" presStyleCnt="0"/>
      <dgm:spPr/>
    </dgm:pt>
    <dgm:pt modelId="{43DA7163-B1D9-41ED-A090-AE4CD0625CAD}" type="pres">
      <dgm:prSet presAssocID="{8285442D-67C0-4EE7-AA37-60A50737FFFE}" presName="iconBgRect" presStyleLbl="bgShp" presStyleIdx="1" presStyleCnt="3"/>
      <dgm:spPr/>
    </dgm:pt>
    <dgm:pt modelId="{AA7E3B8A-D653-4CCB-929F-839C2ACB2FD8}" type="pres">
      <dgm:prSet presAssocID="{8285442D-67C0-4EE7-AA37-60A50737FFF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BB0B6040-EEE1-49F9-B1BD-91BB13B69A28}" type="pres">
      <dgm:prSet presAssocID="{8285442D-67C0-4EE7-AA37-60A50737FFFE}" presName="spaceRect" presStyleCnt="0"/>
      <dgm:spPr/>
    </dgm:pt>
    <dgm:pt modelId="{487EBC4A-65D3-49C3-9C41-4D79E813FFDA}" type="pres">
      <dgm:prSet presAssocID="{8285442D-67C0-4EE7-AA37-60A50737FFFE}" presName="textRect" presStyleLbl="revTx" presStyleIdx="1" presStyleCnt="3">
        <dgm:presLayoutVars>
          <dgm:chMax val="1"/>
          <dgm:chPref val="1"/>
        </dgm:presLayoutVars>
      </dgm:prSet>
      <dgm:spPr/>
    </dgm:pt>
    <dgm:pt modelId="{600F7F70-BA26-4D3F-A9D6-254EE8FB1E9C}" type="pres">
      <dgm:prSet presAssocID="{D4DCFCFE-B76C-409C-9728-2044A334A1DE}" presName="sibTrans" presStyleCnt="0"/>
      <dgm:spPr/>
    </dgm:pt>
    <dgm:pt modelId="{C7E8DB1A-6A3D-49AE-A45F-B7B56312545F}" type="pres">
      <dgm:prSet presAssocID="{68FCC5C7-2D93-4D56-9BAD-6CEDE4E16C34}" presName="compNode" presStyleCnt="0"/>
      <dgm:spPr/>
    </dgm:pt>
    <dgm:pt modelId="{1D7B360C-49D1-4C17-94D3-D850075FD106}" type="pres">
      <dgm:prSet presAssocID="{68FCC5C7-2D93-4D56-9BAD-6CEDE4E16C34}" presName="iconBgRect" presStyleLbl="bgShp" presStyleIdx="2" presStyleCnt="3"/>
      <dgm:spPr/>
    </dgm:pt>
    <dgm:pt modelId="{7C13B8FD-4620-497A-AC23-8A070C237FFC}" type="pres">
      <dgm:prSet presAssocID="{68FCC5C7-2D93-4D56-9BAD-6CEDE4E16C3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ador"/>
        </a:ext>
      </dgm:extLst>
    </dgm:pt>
    <dgm:pt modelId="{B022135F-AEED-452D-B31B-36B07627B470}" type="pres">
      <dgm:prSet presAssocID="{68FCC5C7-2D93-4D56-9BAD-6CEDE4E16C34}" presName="spaceRect" presStyleCnt="0"/>
      <dgm:spPr/>
    </dgm:pt>
    <dgm:pt modelId="{E7B9EF8B-9500-41DD-9F82-10FC4EFF6F5C}" type="pres">
      <dgm:prSet presAssocID="{68FCC5C7-2D93-4D56-9BAD-6CEDE4E16C3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0CA1044-C3A5-40D8-8EDF-8DE62223BAEF}" type="presOf" srcId="{92D4C2FD-53FD-488F-9573-94189A06643A}" destId="{F21597B5-12FE-411C-9886-B525A668E02D}" srcOrd="0" destOrd="0" presId="urn:microsoft.com/office/officeart/2018/5/layout/IconCircleLabelList"/>
    <dgm:cxn modelId="{157E7C5A-4CE1-4634-AF50-C76F2A9DE7D9}" srcId="{92D4C2FD-53FD-488F-9573-94189A06643A}" destId="{DD882887-4A89-4088-BB1F-1ABFA8FBDCC5}" srcOrd="0" destOrd="0" parTransId="{84CE5526-2D95-4E0D-A960-A2318D0C0AE5}" sibTransId="{4553D4BE-D545-4013-BAA9-858F2D643FF7}"/>
    <dgm:cxn modelId="{A749DA82-662E-4272-9FF6-DFABE26FBA37}" srcId="{92D4C2FD-53FD-488F-9573-94189A06643A}" destId="{68FCC5C7-2D93-4D56-9BAD-6CEDE4E16C34}" srcOrd="2" destOrd="0" parTransId="{F5E351DD-4850-4063-AC9A-5F00F3FBD83C}" sibTransId="{7B795671-7378-48E8-9542-2522A92B3A61}"/>
    <dgm:cxn modelId="{766C5293-05A3-4EC3-84A7-3B715DEC1827}" type="presOf" srcId="{68FCC5C7-2D93-4D56-9BAD-6CEDE4E16C34}" destId="{E7B9EF8B-9500-41DD-9F82-10FC4EFF6F5C}" srcOrd="0" destOrd="0" presId="urn:microsoft.com/office/officeart/2018/5/layout/IconCircleLabelList"/>
    <dgm:cxn modelId="{FEC3C5B4-24F6-4EC1-B1E0-D015144A33AA}" type="presOf" srcId="{8285442D-67C0-4EE7-AA37-60A50737FFFE}" destId="{487EBC4A-65D3-49C3-9C41-4D79E813FFDA}" srcOrd="0" destOrd="0" presId="urn:microsoft.com/office/officeart/2018/5/layout/IconCircleLabelList"/>
    <dgm:cxn modelId="{0ACE7ECA-A39B-4A4F-9D17-14601F260AF2}" srcId="{92D4C2FD-53FD-488F-9573-94189A06643A}" destId="{8285442D-67C0-4EE7-AA37-60A50737FFFE}" srcOrd="1" destOrd="0" parTransId="{ADC7B82D-BFEE-4E24-A2DE-F4A2C06332D9}" sibTransId="{D4DCFCFE-B76C-409C-9728-2044A334A1DE}"/>
    <dgm:cxn modelId="{CD6E8BF0-1C11-447A-8BC7-7CDBE58F29BC}" type="presOf" srcId="{DD882887-4A89-4088-BB1F-1ABFA8FBDCC5}" destId="{16C8D1F8-C766-4674-82C0-C8CE72CB5E7E}" srcOrd="0" destOrd="0" presId="urn:microsoft.com/office/officeart/2018/5/layout/IconCircleLabelList"/>
    <dgm:cxn modelId="{573B776C-2F3E-4794-BA84-CEC6EE5A0918}" type="presParOf" srcId="{F21597B5-12FE-411C-9886-B525A668E02D}" destId="{5BE54EA4-CD46-46D7-8580-729A6846994F}" srcOrd="0" destOrd="0" presId="urn:microsoft.com/office/officeart/2018/5/layout/IconCircleLabelList"/>
    <dgm:cxn modelId="{9D7981ED-4C7F-41D6-A0D7-78FB243A69D9}" type="presParOf" srcId="{5BE54EA4-CD46-46D7-8580-729A6846994F}" destId="{AAB6EA7D-30D8-40DE-BDFE-D0FAD900284D}" srcOrd="0" destOrd="0" presId="urn:microsoft.com/office/officeart/2018/5/layout/IconCircleLabelList"/>
    <dgm:cxn modelId="{7E011D56-C3FB-406D-A642-0429BC004B46}" type="presParOf" srcId="{5BE54EA4-CD46-46D7-8580-729A6846994F}" destId="{1A1F2587-CE16-4CCB-8332-ECCC95E68869}" srcOrd="1" destOrd="0" presId="urn:microsoft.com/office/officeart/2018/5/layout/IconCircleLabelList"/>
    <dgm:cxn modelId="{0E18DD03-B568-43AE-B5CB-6B9F08FD44D4}" type="presParOf" srcId="{5BE54EA4-CD46-46D7-8580-729A6846994F}" destId="{A456F298-7527-4A9A-9BCD-0CD820E43E99}" srcOrd="2" destOrd="0" presId="urn:microsoft.com/office/officeart/2018/5/layout/IconCircleLabelList"/>
    <dgm:cxn modelId="{BD83DE9C-A768-4DFE-9FE6-E18B6D7A6605}" type="presParOf" srcId="{5BE54EA4-CD46-46D7-8580-729A6846994F}" destId="{16C8D1F8-C766-4674-82C0-C8CE72CB5E7E}" srcOrd="3" destOrd="0" presId="urn:microsoft.com/office/officeart/2018/5/layout/IconCircleLabelList"/>
    <dgm:cxn modelId="{65075EFF-8C6B-4717-9FC8-FE7AE6F72DF3}" type="presParOf" srcId="{F21597B5-12FE-411C-9886-B525A668E02D}" destId="{2A901ECB-DF1B-46A9-A201-EBA157AAD81F}" srcOrd="1" destOrd="0" presId="urn:microsoft.com/office/officeart/2018/5/layout/IconCircleLabelList"/>
    <dgm:cxn modelId="{7BBC6A69-8951-47F7-A046-A12186711508}" type="presParOf" srcId="{F21597B5-12FE-411C-9886-B525A668E02D}" destId="{EBC0E5C7-F2CE-478B-A4EC-6E5270B2FE05}" srcOrd="2" destOrd="0" presId="urn:microsoft.com/office/officeart/2018/5/layout/IconCircleLabelList"/>
    <dgm:cxn modelId="{02C267F8-7050-4F02-A919-F3EF92B2A271}" type="presParOf" srcId="{EBC0E5C7-F2CE-478B-A4EC-6E5270B2FE05}" destId="{43DA7163-B1D9-41ED-A090-AE4CD0625CAD}" srcOrd="0" destOrd="0" presId="urn:microsoft.com/office/officeart/2018/5/layout/IconCircleLabelList"/>
    <dgm:cxn modelId="{1114D1E0-1D1F-441F-81FA-272210CE2C36}" type="presParOf" srcId="{EBC0E5C7-F2CE-478B-A4EC-6E5270B2FE05}" destId="{AA7E3B8A-D653-4CCB-929F-839C2ACB2FD8}" srcOrd="1" destOrd="0" presId="urn:microsoft.com/office/officeart/2018/5/layout/IconCircleLabelList"/>
    <dgm:cxn modelId="{F8F26C9B-D98E-4865-B97B-71C4CADA69BA}" type="presParOf" srcId="{EBC0E5C7-F2CE-478B-A4EC-6E5270B2FE05}" destId="{BB0B6040-EEE1-49F9-B1BD-91BB13B69A28}" srcOrd="2" destOrd="0" presId="urn:microsoft.com/office/officeart/2018/5/layout/IconCircleLabelList"/>
    <dgm:cxn modelId="{134E862B-6CEE-4921-A9ED-8B3CC7C6F141}" type="presParOf" srcId="{EBC0E5C7-F2CE-478B-A4EC-6E5270B2FE05}" destId="{487EBC4A-65D3-49C3-9C41-4D79E813FFDA}" srcOrd="3" destOrd="0" presId="urn:microsoft.com/office/officeart/2018/5/layout/IconCircleLabelList"/>
    <dgm:cxn modelId="{4CE9685E-81DC-4D10-897C-A423C71E3A9B}" type="presParOf" srcId="{F21597B5-12FE-411C-9886-B525A668E02D}" destId="{600F7F70-BA26-4D3F-A9D6-254EE8FB1E9C}" srcOrd="3" destOrd="0" presId="urn:microsoft.com/office/officeart/2018/5/layout/IconCircleLabelList"/>
    <dgm:cxn modelId="{A0C5DE19-2AAC-478A-BEF9-D1F63E9A5171}" type="presParOf" srcId="{F21597B5-12FE-411C-9886-B525A668E02D}" destId="{C7E8DB1A-6A3D-49AE-A45F-B7B56312545F}" srcOrd="4" destOrd="0" presId="urn:microsoft.com/office/officeart/2018/5/layout/IconCircleLabelList"/>
    <dgm:cxn modelId="{ECDFA118-6D32-4005-8298-A02BCD7ACC4E}" type="presParOf" srcId="{C7E8DB1A-6A3D-49AE-A45F-B7B56312545F}" destId="{1D7B360C-49D1-4C17-94D3-D850075FD106}" srcOrd="0" destOrd="0" presId="urn:microsoft.com/office/officeart/2018/5/layout/IconCircleLabelList"/>
    <dgm:cxn modelId="{EA1E05E6-E8BD-427E-B2B8-ABFA467894CB}" type="presParOf" srcId="{C7E8DB1A-6A3D-49AE-A45F-B7B56312545F}" destId="{7C13B8FD-4620-497A-AC23-8A070C237FFC}" srcOrd="1" destOrd="0" presId="urn:microsoft.com/office/officeart/2018/5/layout/IconCircleLabelList"/>
    <dgm:cxn modelId="{23E2DC69-8835-4E13-9A27-FE8565747149}" type="presParOf" srcId="{C7E8DB1A-6A3D-49AE-A45F-B7B56312545F}" destId="{B022135F-AEED-452D-B31B-36B07627B470}" srcOrd="2" destOrd="0" presId="urn:microsoft.com/office/officeart/2018/5/layout/IconCircleLabelList"/>
    <dgm:cxn modelId="{0C2BDA66-3B2B-440B-80E2-D128DCDBB4F1}" type="presParOf" srcId="{C7E8DB1A-6A3D-49AE-A45F-B7B56312545F}" destId="{E7B9EF8B-9500-41DD-9F82-10FC4EFF6F5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4FEE4CF-4A17-4A1F-B4C4-47B87D66EEC7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58B102F-C1DB-42A4-B7EA-92A00E693BA7}">
      <dgm:prSet/>
      <dgm:spPr/>
      <dgm:t>
        <a:bodyPr/>
        <a:lstStyle/>
        <a:p>
          <a:pPr>
            <a:defRPr cap="all"/>
          </a:pPr>
          <a:r>
            <a:rPr lang="en-US"/>
            <a:t>Proteção de dados pessoais</a:t>
          </a:r>
        </a:p>
      </dgm:t>
    </dgm:pt>
    <dgm:pt modelId="{E4AE87FC-95EE-4B18-804E-F83E96BE57FD}" type="parTrans" cxnId="{34BC06A3-990F-469C-A42C-126842F1150A}">
      <dgm:prSet/>
      <dgm:spPr/>
      <dgm:t>
        <a:bodyPr/>
        <a:lstStyle/>
        <a:p>
          <a:endParaRPr lang="en-US"/>
        </a:p>
      </dgm:t>
    </dgm:pt>
    <dgm:pt modelId="{96C12037-E9DD-4A75-83E3-176FDDF732A8}" type="sibTrans" cxnId="{34BC06A3-990F-469C-A42C-126842F1150A}">
      <dgm:prSet/>
      <dgm:spPr/>
      <dgm:t>
        <a:bodyPr/>
        <a:lstStyle/>
        <a:p>
          <a:endParaRPr lang="en-US"/>
        </a:p>
      </dgm:t>
    </dgm:pt>
    <dgm:pt modelId="{C966DF6D-3E62-4034-A0CD-CB705C2EA4E2}">
      <dgm:prSet/>
      <dgm:spPr/>
      <dgm:t>
        <a:bodyPr/>
        <a:lstStyle/>
        <a:p>
          <a:pPr>
            <a:defRPr cap="all"/>
          </a:pPr>
          <a:r>
            <a:rPr lang="en-US"/>
            <a:t>Evitar golpes e fraudes</a:t>
          </a:r>
        </a:p>
      </dgm:t>
    </dgm:pt>
    <dgm:pt modelId="{4455F6EF-FF9A-458D-B299-1CADDDB8CFBA}" type="parTrans" cxnId="{A8F1EC7A-083C-46CA-BD6B-935DFDBA2E21}">
      <dgm:prSet/>
      <dgm:spPr/>
      <dgm:t>
        <a:bodyPr/>
        <a:lstStyle/>
        <a:p>
          <a:endParaRPr lang="en-US"/>
        </a:p>
      </dgm:t>
    </dgm:pt>
    <dgm:pt modelId="{8F7A9B3D-7576-4A30-B535-BE62ED26E431}" type="sibTrans" cxnId="{A8F1EC7A-083C-46CA-BD6B-935DFDBA2E21}">
      <dgm:prSet/>
      <dgm:spPr/>
      <dgm:t>
        <a:bodyPr/>
        <a:lstStyle/>
        <a:p>
          <a:endParaRPr lang="en-US"/>
        </a:p>
      </dgm:t>
    </dgm:pt>
    <dgm:pt modelId="{0C3113A7-11AF-4990-B767-C7D1348D8FF9}">
      <dgm:prSet/>
      <dgm:spPr/>
      <dgm:t>
        <a:bodyPr/>
        <a:lstStyle/>
        <a:p>
          <a:pPr>
            <a:defRPr cap="all"/>
          </a:pPr>
          <a:r>
            <a:rPr lang="en-US"/>
            <a:t>Atenção ao usar a internet</a:t>
          </a:r>
        </a:p>
      </dgm:t>
    </dgm:pt>
    <dgm:pt modelId="{BEA2907D-0BD0-47B7-8629-8FFED295672C}" type="parTrans" cxnId="{DA5B4AC3-AB0C-44B7-8D73-718DB6ABCA78}">
      <dgm:prSet/>
      <dgm:spPr/>
      <dgm:t>
        <a:bodyPr/>
        <a:lstStyle/>
        <a:p>
          <a:endParaRPr lang="en-US"/>
        </a:p>
      </dgm:t>
    </dgm:pt>
    <dgm:pt modelId="{49F861BF-2FA7-4AFC-A551-CEC84EF811E1}" type="sibTrans" cxnId="{DA5B4AC3-AB0C-44B7-8D73-718DB6ABCA78}">
      <dgm:prSet/>
      <dgm:spPr/>
      <dgm:t>
        <a:bodyPr/>
        <a:lstStyle/>
        <a:p>
          <a:endParaRPr lang="en-US"/>
        </a:p>
      </dgm:t>
    </dgm:pt>
    <dgm:pt modelId="{14BBA8A4-EA89-4672-859A-C24DC5076390}" type="pres">
      <dgm:prSet presAssocID="{E4FEE4CF-4A17-4A1F-B4C4-47B87D66EEC7}" presName="root" presStyleCnt="0">
        <dgm:presLayoutVars>
          <dgm:dir/>
          <dgm:resizeHandles val="exact"/>
        </dgm:presLayoutVars>
      </dgm:prSet>
      <dgm:spPr/>
    </dgm:pt>
    <dgm:pt modelId="{7A52528B-82F5-4EB3-B158-C2C5F398093C}" type="pres">
      <dgm:prSet presAssocID="{258B102F-C1DB-42A4-B7EA-92A00E693BA7}" presName="compNode" presStyleCnt="0"/>
      <dgm:spPr/>
    </dgm:pt>
    <dgm:pt modelId="{5EE43EC1-0CDB-436A-8F56-25B55F431DDF}" type="pres">
      <dgm:prSet presAssocID="{258B102F-C1DB-42A4-B7EA-92A00E693BA7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B9833DB6-BD0A-4C30-A72B-004FEC928F24}" type="pres">
      <dgm:prSet presAssocID="{258B102F-C1DB-42A4-B7EA-92A00E693BA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queio"/>
        </a:ext>
      </dgm:extLst>
    </dgm:pt>
    <dgm:pt modelId="{27EBB796-A561-4F63-AC73-9D154657FB40}" type="pres">
      <dgm:prSet presAssocID="{258B102F-C1DB-42A4-B7EA-92A00E693BA7}" presName="spaceRect" presStyleCnt="0"/>
      <dgm:spPr/>
    </dgm:pt>
    <dgm:pt modelId="{69F38EB5-22CF-4251-8BE0-AB65F267AA4B}" type="pres">
      <dgm:prSet presAssocID="{258B102F-C1DB-42A4-B7EA-92A00E693BA7}" presName="textRect" presStyleLbl="revTx" presStyleIdx="0" presStyleCnt="3">
        <dgm:presLayoutVars>
          <dgm:chMax val="1"/>
          <dgm:chPref val="1"/>
        </dgm:presLayoutVars>
      </dgm:prSet>
      <dgm:spPr/>
    </dgm:pt>
    <dgm:pt modelId="{C1E4120A-4432-45A8-BA20-D251A3ABEBCD}" type="pres">
      <dgm:prSet presAssocID="{96C12037-E9DD-4A75-83E3-176FDDF732A8}" presName="sibTrans" presStyleCnt="0"/>
      <dgm:spPr/>
    </dgm:pt>
    <dgm:pt modelId="{924BBF13-9AAA-4F4F-853B-1F94C44750AD}" type="pres">
      <dgm:prSet presAssocID="{C966DF6D-3E62-4034-A0CD-CB705C2EA4E2}" presName="compNode" presStyleCnt="0"/>
      <dgm:spPr/>
    </dgm:pt>
    <dgm:pt modelId="{279732D0-0C68-403A-A7DC-B7798EBD4F5C}" type="pres">
      <dgm:prSet presAssocID="{C966DF6D-3E62-4034-A0CD-CB705C2EA4E2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F411E3D1-3EFF-4531-A4E0-AA821A7BD423}" type="pres">
      <dgm:prSet presAssocID="{C966DF6D-3E62-4034-A0CD-CB705C2EA4E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drão"/>
        </a:ext>
      </dgm:extLst>
    </dgm:pt>
    <dgm:pt modelId="{E6F2DBEA-6129-428A-8B79-0F429ED94E89}" type="pres">
      <dgm:prSet presAssocID="{C966DF6D-3E62-4034-A0CD-CB705C2EA4E2}" presName="spaceRect" presStyleCnt="0"/>
      <dgm:spPr/>
    </dgm:pt>
    <dgm:pt modelId="{013CBAC6-73D5-43A0-8F6A-850BC14326D6}" type="pres">
      <dgm:prSet presAssocID="{C966DF6D-3E62-4034-A0CD-CB705C2EA4E2}" presName="textRect" presStyleLbl="revTx" presStyleIdx="1" presStyleCnt="3">
        <dgm:presLayoutVars>
          <dgm:chMax val="1"/>
          <dgm:chPref val="1"/>
        </dgm:presLayoutVars>
      </dgm:prSet>
      <dgm:spPr/>
    </dgm:pt>
    <dgm:pt modelId="{A3379458-90FC-45BA-B1D6-B282B9616D7E}" type="pres">
      <dgm:prSet presAssocID="{8F7A9B3D-7576-4A30-B535-BE62ED26E431}" presName="sibTrans" presStyleCnt="0"/>
      <dgm:spPr/>
    </dgm:pt>
    <dgm:pt modelId="{A2F0EEAD-4C33-4594-8BCB-C9E0A96E0F8F}" type="pres">
      <dgm:prSet presAssocID="{0C3113A7-11AF-4990-B767-C7D1348D8FF9}" presName="compNode" presStyleCnt="0"/>
      <dgm:spPr/>
    </dgm:pt>
    <dgm:pt modelId="{48B1D38F-58AD-4E86-B651-7587EEC06942}" type="pres">
      <dgm:prSet presAssocID="{0C3113A7-11AF-4990-B767-C7D1348D8FF9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E5F52489-1A04-43DA-84BB-03DE85ADFEE9}" type="pres">
      <dgm:prSet presAssocID="{0C3113A7-11AF-4990-B767-C7D1348D8FF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8F82FB5E-E286-4F52-970A-C3A29F32A9B3}" type="pres">
      <dgm:prSet presAssocID="{0C3113A7-11AF-4990-B767-C7D1348D8FF9}" presName="spaceRect" presStyleCnt="0"/>
      <dgm:spPr/>
    </dgm:pt>
    <dgm:pt modelId="{6E5BD827-6FC0-477B-AFE6-7C71D489B926}" type="pres">
      <dgm:prSet presAssocID="{0C3113A7-11AF-4990-B767-C7D1348D8FF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A812151-D4FA-42D9-ACE1-189B40A73FC6}" type="presOf" srcId="{258B102F-C1DB-42A4-B7EA-92A00E693BA7}" destId="{69F38EB5-22CF-4251-8BE0-AB65F267AA4B}" srcOrd="0" destOrd="0" presId="urn:microsoft.com/office/officeart/2018/5/layout/IconLeafLabelList"/>
    <dgm:cxn modelId="{D1360358-5671-4A3E-BBF4-A79CCD587129}" type="presOf" srcId="{E4FEE4CF-4A17-4A1F-B4C4-47B87D66EEC7}" destId="{14BBA8A4-EA89-4672-859A-C24DC5076390}" srcOrd="0" destOrd="0" presId="urn:microsoft.com/office/officeart/2018/5/layout/IconLeafLabelList"/>
    <dgm:cxn modelId="{A8F1EC7A-083C-46CA-BD6B-935DFDBA2E21}" srcId="{E4FEE4CF-4A17-4A1F-B4C4-47B87D66EEC7}" destId="{C966DF6D-3E62-4034-A0CD-CB705C2EA4E2}" srcOrd="1" destOrd="0" parTransId="{4455F6EF-FF9A-458D-B299-1CADDDB8CFBA}" sibTransId="{8F7A9B3D-7576-4A30-B535-BE62ED26E431}"/>
    <dgm:cxn modelId="{34BC06A3-990F-469C-A42C-126842F1150A}" srcId="{E4FEE4CF-4A17-4A1F-B4C4-47B87D66EEC7}" destId="{258B102F-C1DB-42A4-B7EA-92A00E693BA7}" srcOrd="0" destOrd="0" parTransId="{E4AE87FC-95EE-4B18-804E-F83E96BE57FD}" sibTransId="{96C12037-E9DD-4A75-83E3-176FDDF732A8}"/>
    <dgm:cxn modelId="{AD0043B5-7F9B-4AA9-BF45-466191516346}" type="presOf" srcId="{0C3113A7-11AF-4990-B767-C7D1348D8FF9}" destId="{6E5BD827-6FC0-477B-AFE6-7C71D489B926}" srcOrd="0" destOrd="0" presId="urn:microsoft.com/office/officeart/2018/5/layout/IconLeafLabelList"/>
    <dgm:cxn modelId="{DA5B4AC3-AB0C-44B7-8D73-718DB6ABCA78}" srcId="{E4FEE4CF-4A17-4A1F-B4C4-47B87D66EEC7}" destId="{0C3113A7-11AF-4990-B767-C7D1348D8FF9}" srcOrd="2" destOrd="0" parTransId="{BEA2907D-0BD0-47B7-8629-8FFED295672C}" sibTransId="{49F861BF-2FA7-4AFC-A551-CEC84EF811E1}"/>
    <dgm:cxn modelId="{ED70BAED-516F-4508-8451-0B47BE4F0CF2}" type="presOf" srcId="{C966DF6D-3E62-4034-A0CD-CB705C2EA4E2}" destId="{013CBAC6-73D5-43A0-8F6A-850BC14326D6}" srcOrd="0" destOrd="0" presId="urn:microsoft.com/office/officeart/2018/5/layout/IconLeafLabelList"/>
    <dgm:cxn modelId="{2356A028-3A66-41D2-99A4-78A7C8CA867E}" type="presParOf" srcId="{14BBA8A4-EA89-4672-859A-C24DC5076390}" destId="{7A52528B-82F5-4EB3-B158-C2C5F398093C}" srcOrd="0" destOrd="0" presId="urn:microsoft.com/office/officeart/2018/5/layout/IconLeafLabelList"/>
    <dgm:cxn modelId="{5569C45C-076C-45DF-BE81-B5D4AE3B71C2}" type="presParOf" srcId="{7A52528B-82F5-4EB3-B158-C2C5F398093C}" destId="{5EE43EC1-0CDB-436A-8F56-25B55F431DDF}" srcOrd="0" destOrd="0" presId="urn:microsoft.com/office/officeart/2018/5/layout/IconLeafLabelList"/>
    <dgm:cxn modelId="{AB6469BC-0CCC-470F-B213-BAE98123C403}" type="presParOf" srcId="{7A52528B-82F5-4EB3-B158-C2C5F398093C}" destId="{B9833DB6-BD0A-4C30-A72B-004FEC928F24}" srcOrd="1" destOrd="0" presId="urn:microsoft.com/office/officeart/2018/5/layout/IconLeafLabelList"/>
    <dgm:cxn modelId="{90D95EF7-AF1E-4BBA-9194-EBA01AE148DB}" type="presParOf" srcId="{7A52528B-82F5-4EB3-B158-C2C5F398093C}" destId="{27EBB796-A561-4F63-AC73-9D154657FB40}" srcOrd="2" destOrd="0" presId="urn:microsoft.com/office/officeart/2018/5/layout/IconLeafLabelList"/>
    <dgm:cxn modelId="{F3552607-A25C-4021-A4F6-FC05902A9A52}" type="presParOf" srcId="{7A52528B-82F5-4EB3-B158-C2C5F398093C}" destId="{69F38EB5-22CF-4251-8BE0-AB65F267AA4B}" srcOrd="3" destOrd="0" presId="urn:microsoft.com/office/officeart/2018/5/layout/IconLeafLabelList"/>
    <dgm:cxn modelId="{794F79CB-52BC-42C6-9E70-36593884F8BB}" type="presParOf" srcId="{14BBA8A4-EA89-4672-859A-C24DC5076390}" destId="{C1E4120A-4432-45A8-BA20-D251A3ABEBCD}" srcOrd="1" destOrd="0" presId="urn:microsoft.com/office/officeart/2018/5/layout/IconLeafLabelList"/>
    <dgm:cxn modelId="{0C736AC4-5CDD-44B8-A6B1-5E709F360EDA}" type="presParOf" srcId="{14BBA8A4-EA89-4672-859A-C24DC5076390}" destId="{924BBF13-9AAA-4F4F-853B-1F94C44750AD}" srcOrd="2" destOrd="0" presId="urn:microsoft.com/office/officeart/2018/5/layout/IconLeafLabelList"/>
    <dgm:cxn modelId="{BF3C4A77-E9D9-494C-9EE0-192A4785156A}" type="presParOf" srcId="{924BBF13-9AAA-4F4F-853B-1F94C44750AD}" destId="{279732D0-0C68-403A-A7DC-B7798EBD4F5C}" srcOrd="0" destOrd="0" presId="urn:microsoft.com/office/officeart/2018/5/layout/IconLeafLabelList"/>
    <dgm:cxn modelId="{AA3BFC6A-61E2-47C1-87EC-0C00597A2926}" type="presParOf" srcId="{924BBF13-9AAA-4F4F-853B-1F94C44750AD}" destId="{F411E3D1-3EFF-4531-A4E0-AA821A7BD423}" srcOrd="1" destOrd="0" presId="urn:microsoft.com/office/officeart/2018/5/layout/IconLeafLabelList"/>
    <dgm:cxn modelId="{F6CE1A26-36DA-4CFB-B579-842BAE3A914F}" type="presParOf" srcId="{924BBF13-9AAA-4F4F-853B-1F94C44750AD}" destId="{E6F2DBEA-6129-428A-8B79-0F429ED94E89}" srcOrd="2" destOrd="0" presId="urn:microsoft.com/office/officeart/2018/5/layout/IconLeafLabelList"/>
    <dgm:cxn modelId="{BBF556E6-B446-46B6-A6AE-4481E9932D21}" type="presParOf" srcId="{924BBF13-9AAA-4F4F-853B-1F94C44750AD}" destId="{013CBAC6-73D5-43A0-8F6A-850BC14326D6}" srcOrd="3" destOrd="0" presId="urn:microsoft.com/office/officeart/2018/5/layout/IconLeafLabelList"/>
    <dgm:cxn modelId="{6923AE84-039A-48FC-BDF2-E75B54106A9E}" type="presParOf" srcId="{14BBA8A4-EA89-4672-859A-C24DC5076390}" destId="{A3379458-90FC-45BA-B1D6-B282B9616D7E}" srcOrd="3" destOrd="0" presId="urn:microsoft.com/office/officeart/2018/5/layout/IconLeafLabelList"/>
    <dgm:cxn modelId="{2C747299-5CA1-4670-83AF-14F140441B9B}" type="presParOf" srcId="{14BBA8A4-EA89-4672-859A-C24DC5076390}" destId="{A2F0EEAD-4C33-4594-8BCB-C9E0A96E0F8F}" srcOrd="4" destOrd="0" presId="urn:microsoft.com/office/officeart/2018/5/layout/IconLeafLabelList"/>
    <dgm:cxn modelId="{EAAEDA70-F277-487C-ADDF-8D9F1EB64FA0}" type="presParOf" srcId="{A2F0EEAD-4C33-4594-8BCB-C9E0A96E0F8F}" destId="{48B1D38F-58AD-4E86-B651-7587EEC06942}" srcOrd="0" destOrd="0" presId="urn:microsoft.com/office/officeart/2018/5/layout/IconLeafLabelList"/>
    <dgm:cxn modelId="{E1339337-04DA-4411-B2FB-FE2199CA24C1}" type="presParOf" srcId="{A2F0EEAD-4C33-4594-8BCB-C9E0A96E0F8F}" destId="{E5F52489-1A04-43DA-84BB-03DE85ADFEE9}" srcOrd="1" destOrd="0" presId="urn:microsoft.com/office/officeart/2018/5/layout/IconLeafLabelList"/>
    <dgm:cxn modelId="{EF9C61C8-C44B-447F-ACF6-D377BFDD096C}" type="presParOf" srcId="{A2F0EEAD-4C33-4594-8BCB-C9E0A96E0F8F}" destId="{8F82FB5E-E286-4F52-970A-C3A29F32A9B3}" srcOrd="2" destOrd="0" presId="urn:microsoft.com/office/officeart/2018/5/layout/IconLeafLabelList"/>
    <dgm:cxn modelId="{C375080B-8DE9-4D5E-84AF-3406C38626E6}" type="presParOf" srcId="{A2F0EEAD-4C33-4594-8BCB-C9E0A96E0F8F}" destId="{6E5BD827-6FC0-477B-AFE6-7C71D489B926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AA38954-A45D-4400-855E-C012CF65348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774CDF1-7176-4F6E-B33F-6AFDE4E35753}">
      <dgm:prSet/>
      <dgm:spPr/>
      <dgm:t>
        <a:bodyPr/>
        <a:lstStyle/>
        <a:p>
          <a:r>
            <a:rPr lang="en-US"/>
            <a:t>Golpe do WhatsApp</a:t>
          </a:r>
        </a:p>
      </dgm:t>
    </dgm:pt>
    <dgm:pt modelId="{BB3814E8-6B4D-4056-AA75-247E5BF50228}" type="parTrans" cxnId="{31EF29C2-D1B1-43B3-AD32-BB72653589ED}">
      <dgm:prSet/>
      <dgm:spPr/>
      <dgm:t>
        <a:bodyPr/>
        <a:lstStyle/>
        <a:p>
          <a:endParaRPr lang="en-US"/>
        </a:p>
      </dgm:t>
    </dgm:pt>
    <dgm:pt modelId="{7851CF2A-184C-46BE-A9E7-28CA7E20700C}" type="sibTrans" cxnId="{31EF29C2-D1B1-43B3-AD32-BB72653589ED}">
      <dgm:prSet/>
      <dgm:spPr/>
      <dgm:t>
        <a:bodyPr/>
        <a:lstStyle/>
        <a:p>
          <a:endParaRPr lang="en-US"/>
        </a:p>
      </dgm:t>
    </dgm:pt>
    <dgm:pt modelId="{E3CFD604-3915-4727-9AFB-82E54132205A}">
      <dgm:prSet/>
      <dgm:spPr/>
      <dgm:t>
        <a:bodyPr/>
        <a:lstStyle/>
        <a:p>
          <a:r>
            <a:rPr lang="en-US"/>
            <a:t>Falsos prêmios</a:t>
          </a:r>
        </a:p>
      </dgm:t>
    </dgm:pt>
    <dgm:pt modelId="{35A62D9A-8642-4669-B0AE-7D0C3AE66F24}" type="parTrans" cxnId="{12725E69-CEF4-492E-B75A-1D96971E9ABD}">
      <dgm:prSet/>
      <dgm:spPr/>
      <dgm:t>
        <a:bodyPr/>
        <a:lstStyle/>
        <a:p>
          <a:endParaRPr lang="en-US"/>
        </a:p>
      </dgm:t>
    </dgm:pt>
    <dgm:pt modelId="{DE28B624-50AB-4502-A2F8-60108B62D3BF}" type="sibTrans" cxnId="{12725E69-CEF4-492E-B75A-1D96971E9ABD}">
      <dgm:prSet/>
      <dgm:spPr/>
      <dgm:t>
        <a:bodyPr/>
        <a:lstStyle/>
        <a:p>
          <a:endParaRPr lang="en-US"/>
        </a:p>
      </dgm:t>
    </dgm:pt>
    <dgm:pt modelId="{5D73DE04-5713-449F-AA56-87161C691577}">
      <dgm:prSet/>
      <dgm:spPr/>
      <dgm:t>
        <a:bodyPr/>
        <a:lstStyle/>
        <a:p>
          <a:r>
            <a:rPr lang="en-US"/>
            <a:t>Falsos bancos e PIX</a:t>
          </a:r>
        </a:p>
      </dgm:t>
    </dgm:pt>
    <dgm:pt modelId="{D45316AB-A2E9-429F-844C-2239A9896FD9}" type="parTrans" cxnId="{A3F5CD5F-1A68-4307-A5B9-42DFCD577793}">
      <dgm:prSet/>
      <dgm:spPr/>
      <dgm:t>
        <a:bodyPr/>
        <a:lstStyle/>
        <a:p>
          <a:endParaRPr lang="en-US"/>
        </a:p>
      </dgm:t>
    </dgm:pt>
    <dgm:pt modelId="{B82DEB74-D081-4505-8F74-F1AE548B2AD0}" type="sibTrans" cxnId="{A3F5CD5F-1A68-4307-A5B9-42DFCD577793}">
      <dgm:prSet/>
      <dgm:spPr/>
      <dgm:t>
        <a:bodyPr/>
        <a:lstStyle/>
        <a:p>
          <a:endParaRPr lang="en-US"/>
        </a:p>
      </dgm:t>
    </dgm:pt>
    <dgm:pt modelId="{E9FA8977-A0A8-43DE-AA39-885836F05537}" type="pres">
      <dgm:prSet presAssocID="{FAA38954-A45D-4400-855E-C012CF653486}" presName="linear" presStyleCnt="0">
        <dgm:presLayoutVars>
          <dgm:animLvl val="lvl"/>
          <dgm:resizeHandles val="exact"/>
        </dgm:presLayoutVars>
      </dgm:prSet>
      <dgm:spPr/>
    </dgm:pt>
    <dgm:pt modelId="{33EDDEA3-88F5-4C38-90B0-08A672EA714F}" type="pres">
      <dgm:prSet presAssocID="{9774CDF1-7176-4F6E-B33F-6AFDE4E3575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3C3F2C3-14DB-4B8D-B44E-03CAA3202475}" type="pres">
      <dgm:prSet presAssocID="{7851CF2A-184C-46BE-A9E7-28CA7E20700C}" presName="spacer" presStyleCnt="0"/>
      <dgm:spPr/>
    </dgm:pt>
    <dgm:pt modelId="{1987079E-8EB3-41A7-B279-D37992F12CFF}" type="pres">
      <dgm:prSet presAssocID="{E3CFD604-3915-4727-9AFB-82E54132205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9EC6C6F-916E-4463-A2C7-63B8C6E72E5C}" type="pres">
      <dgm:prSet presAssocID="{DE28B624-50AB-4502-A2F8-60108B62D3BF}" presName="spacer" presStyleCnt="0"/>
      <dgm:spPr/>
    </dgm:pt>
    <dgm:pt modelId="{17087B59-6607-4EDC-BC50-4D7B505C8B70}" type="pres">
      <dgm:prSet presAssocID="{5D73DE04-5713-449F-AA56-87161C69157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1367517-1DF4-4780-ABF0-2948031ED0AB}" type="presOf" srcId="{FAA38954-A45D-4400-855E-C012CF653486}" destId="{E9FA8977-A0A8-43DE-AA39-885836F05537}" srcOrd="0" destOrd="0" presId="urn:microsoft.com/office/officeart/2005/8/layout/vList2"/>
    <dgm:cxn modelId="{C53D655D-74D2-4A6D-8A27-4F837074DCDD}" type="presOf" srcId="{E3CFD604-3915-4727-9AFB-82E54132205A}" destId="{1987079E-8EB3-41A7-B279-D37992F12CFF}" srcOrd="0" destOrd="0" presId="urn:microsoft.com/office/officeart/2005/8/layout/vList2"/>
    <dgm:cxn modelId="{A3F5CD5F-1A68-4307-A5B9-42DFCD577793}" srcId="{FAA38954-A45D-4400-855E-C012CF653486}" destId="{5D73DE04-5713-449F-AA56-87161C691577}" srcOrd="2" destOrd="0" parTransId="{D45316AB-A2E9-429F-844C-2239A9896FD9}" sibTransId="{B82DEB74-D081-4505-8F74-F1AE548B2AD0}"/>
    <dgm:cxn modelId="{12725E69-CEF4-492E-B75A-1D96971E9ABD}" srcId="{FAA38954-A45D-4400-855E-C012CF653486}" destId="{E3CFD604-3915-4727-9AFB-82E54132205A}" srcOrd="1" destOrd="0" parTransId="{35A62D9A-8642-4669-B0AE-7D0C3AE66F24}" sibTransId="{DE28B624-50AB-4502-A2F8-60108B62D3BF}"/>
    <dgm:cxn modelId="{DBF31887-FEF1-4676-93CF-0E1401CEE34B}" type="presOf" srcId="{5D73DE04-5713-449F-AA56-87161C691577}" destId="{17087B59-6607-4EDC-BC50-4D7B505C8B70}" srcOrd="0" destOrd="0" presId="urn:microsoft.com/office/officeart/2005/8/layout/vList2"/>
    <dgm:cxn modelId="{D0EE74A0-13E3-4F23-BB67-E522E065D2AD}" type="presOf" srcId="{9774CDF1-7176-4F6E-B33F-6AFDE4E35753}" destId="{33EDDEA3-88F5-4C38-90B0-08A672EA714F}" srcOrd="0" destOrd="0" presId="urn:microsoft.com/office/officeart/2005/8/layout/vList2"/>
    <dgm:cxn modelId="{31EF29C2-D1B1-43B3-AD32-BB72653589ED}" srcId="{FAA38954-A45D-4400-855E-C012CF653486}" destId="{9774CDF1-7176-4F6E-B33F-6AFDE4E35753}" srcOrd="0" destOrd="0" parTransId="{BB3814E8-6B4D-4056-AA75-247E5BF50228}" sibTransId="{7851CF2A-184C-46BE-A9E7-28CA7E20700C}"/>
    <dgm:cxn modelId="{CC772BEE-AC11-40EA-9E9C-FACC22D81BCA}" type="presParOf" srcId="{E9FA8977-A0A8-43DE-AA39-885836F05537}" destId="{33EDDEA3-88F5-4C38-90B0-08A672EA714F}" srcOrd="0" destOrd="0" presId="urn:microsoft.com/office/officeart/2005/8/layout/vList2"/>
    <dgm:cxn modelId="{B3EEDAED-C7BD-47AB-93F7-A18542592403}" type="presParOf" srcId="{E9FA8977-A0A8-43DE-AA39-885836F05537}" destId="{83C3F2C3-14DB-4B8D-B44E-03CAA3202475}" srcOrd="1" destOrd="0" presId="urn:microsoft.com/office/officeart/2005/8/layout/vList2"/>
    <dgm:cxn modelId="{FDF5E4D5-6276-48F7-BD3A-4D18910A4AF9}" type="presParOf" srcId="{E9FA8977-A0A8-43DE-AA39-885836F05537}" destId="{1987079E-8EB3-41A7-B279-D37992F12CFF}" srcOrd="2" destOrd="0" presId="urn:microsoft.com/office/officeart/2005/8/layout/vList2"/>
    <dgm:cxn modelId="{95CF04A3-D741-4CA1-95D2-EE5CFDE62958}" type="presParOf" srcId="{E9FA8977-A0A8-43DE-AA39-885836F05537}" destId="{49EC6C6F-916E-4463-A2C7-63B8C6E72E5C}" srcOrd="3" destOrd="0" presId="urn:microsoft.com/office/officeart/2005/8/layout/vList2"/>
    <dgm:cxn modelId="{2609897F-5F21-4F2D-8686-9DFF1EE9E6BC}" type="presParOf" srcId="{E9FA8977-A0A8-43DE-AA39-885836F05537}" destId="{17087B59-6607-4EDC-BC50-4D7B505C8B7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7F09CF3-10AD-47A5-8B22-5BAB1A571143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B902C88-BAEF-4113-BA82-869D0598CADE}">
      <dgm:prSet/>
      <dgm:spPr/>
      <dgm:t>
        <a:bodyPr/>
        <a:lstStyle/>
        <a:p>
          <a:pPr>
            <a:defRPr cap="all"/>
          </a:pPr>
          <a:r>
            <a:rPr lang="en-US"/>
            <a:t>Nunca compartilhar senhas</a:t>
          </a:r>
        </a:p>
      </dgm:t>
    </dgm:pt>
    <dgm:pt modelId="{BB74CD7B-4A49-4CA0-A1B1-F61059F4CF2D}" type="parTrans" cxnId="{12E7015A-4482-44E9-AAEA-A3C6B4955AE1}">
      <dgm:prSet/>
      <dgm:spPr/>
      <dgm:t>
        <a:bodyPr/>
        <a:lstStyle/>
        <a:p>
          <a:endParaRPr lang="en-US"/>
        </a:p>
      </dgm:t>
    </dgm:pt>
    <dgm:pt modelId="{1B4C5286-E95C-486F-945D-4E018C9A4FE2}" type="sibTrans" cxnId="{12E7015A-4482-44E9-AAEA-A3C6B4955AE1}">
      <dgm:prSet/>
      <dgm:spPr/>
      <dgm:t>
        <a:bodyPr/>
        <a:lstStyle/>
        <a:p>
          <a:endParaRPr lang="en-US"/>
        </a:p>
      </dgm:t>
    </dgm:pt>
    <dgm:pt modelId="{578AC04C-6BE7-48DF-999D-9D8911F9786F}">
      <dgm:prSet/>
      <dgm:spPr/>
      <dgm:t>
        <a:bodyPr/>
        <a:lstStyle/>
        <a:p>
          <a:pPr>
            <a:defRPr cap="all"/>
          </a:pPr>
          <a:r>
            <a:rPr lang="en-US"/>
            <a:t>Desconfiar de urgência</a:t>
          </a:r>
        </a:p>
      </dgm:t>
    </dgm:pt>
    <dgm:pt modelId="{64713BB9-FE52-41B9-B5F2-E871EA916087}" type="parTrans" cxnId="{2BFCA33E-75E2-45C1-B25E-6E680352A59C}">
      <dgm:prSet/>
      <dgm:spPr/>
      <dgm:t>
        <a:bodyPr/>
        <a:lstStyle/>
        <a:p>
          <a:endParaRPr lang="en-US"/>
        </a:p>
      </dgm:t>
    </dgm:pt>
    <dgm:pt modelId="{AB737D26-737C-4D3F-B87C-DEEE9F49B19B}" type="sibTrans" cxnId="{2BFCA33E-75E2-45C1-B25E-6E680352A59C}">
      <dgm:prSet/>
      <dgm:spPr/>
      <dgm:t>
        <a:bodyPr/>
        <a:lstStyle/>
        <a:p>
          <a:endParaRPr lang="en-US"/>
        </a:p>
      </dgm:t>
    </dgm:pt>
    <dgm:pt modelId="{EBB511F2-A460-4906-918C-4D83E626FE80}">
      <dgm:prSet/>
      <dgm:spPr/>
      <dgm:t>
        <a:bodyPr/>
        <a:lstStyle/>
        <a:p>
          <a:pPr>
            <a:defRPr cap="all"/>
          </a:pPr>
          <a:r>
            <a:rPr lang="en-US"/>
            <a:t>Confirmar informações</a:t>
          </a:r>
        </a:p>
      </dgm:t>
    </dgm:pt>
    <dgm:pt modelId="{F562108B-5FF8-4B26-8B88-5EC848C89609}" type="parTrans" cxnId="{5ED64BB9-772A-4AC4-B613-6D9192BB95EE}">
      <dgm:prSet/>
      <dgm:spPr/>
      <dgm:t>
        <a:bodyPr/>
        <a:lstStyle/>
        <a:p>
          <a:endParaRPr lang="en-US"/>
        </a:p>
      </dgm:t>
    </dgm:pt>
    <dgm:pt modelId="{3750C6F8-0447-422F-AAB4-E283B532818D}" type="sibTrans" cxnId="{5ED64BB9-772A-4AC4-B613-6D9192BB95EE}">
      <dgm:prSet/>
      <dgm:spPr/>
      <dgm:t>
        <a:bodyPr/>
        <a:lstStyle/>
        <a:p>
          <a:endParaRPr lang="en-US"/>
        </a:p>
      </dgm:t>
    </dgm:pt>
    <dgm:pt modelId="{4E33A84F-57E6-43C5-8558-8DF03E10F71E}" type="pres">
      <dgm:prSet presAssocID="{97F09CF3-10AD-47A5-8B22-5BAB1A571143}" presName="root" presStyleCnt="0">
        <dgm:presLayoutVars>
          <dgm:dir/>
          <dgm:resizeHandles val="exact"/>
        </dgm:presLayoutVars>
      </dgm:prSet>
      <dgm:spPr/>
    </dgm:pt>
    <dgm:pt modelId="{AA8BBA28-941B-46AC-BDEA-7D400698D931}" type="pres">
      <dgm:prSet presAssocID="{4B902C88-BAEF-4113-BA82-869D0598CADE}" presName="compNode" presStyleCnt="0"/>
      <dgm:spPr/>
    </dgm:pt>
    <dgm:pt modelId="{BAC708E7-8D0B-4BE5-8708-76878B6EE2CA}" type="pres">
      <dgm:prSet presAssocID="{4B902C88-BAEF-4113-BA82-869D0598CADE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D6EB12AC-B87B-4E9E-AFC3-85DC76526152}" type="pres">
      <dgm:prSet presAssocID="{4B902C88-BAEF-4113-BA82-869D0598CAD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queio"/>
        </a:ext>
      </dgm:extLst>
    </dgm:pt>
    <dgm:pt modelId="{3ED75BE5-83C7-4F6B-A843-F59B8CB3F006}" type="pres">
      <dgm:prSet presAssocID="{4B902C88-BAEF-4113-BA82-869D0598CADE}" presName="spaceRect" presStyleCnt="0"/>
      <dgm:spPr/>
    </dgm:pt>
    <dgm:pt modelId="{1DD21537-EB7D-4D17-A13C-4C0862AAD597}" type="pres">
      <dgm:prSet presAssocID="{4B902C88-BAEF-4113-BA82-869D0598CADE}" presName="textRect" presStyleLbl="revTx" presStyleIdx="0" presStyleCnt="3">
        <dgm:presLayoutVars>
          <dgm:chMax val="1"/>
          <dgm:chPref val="1"/>
        </dgm:presLayoutVars>
      </dgm:prSet>
      <dgm:spPr/>
    </dgm:pt>
    <dgm:pt modelId="{7639A4CF-D071-4C8B-BD3C-0B909DB3DD0A}" type="pres">
      <dgm:prSet presAssocID="{1B4C5286-E95C-486F-945D-4E018C9A4FE2}" presName="sibTrans" presStyleCnt="0"/>
      <dgm:spPr/>
    </dgm:pt>
    <dgm:pt modelId="{529CCED4-51A3-4531-A326-E0B3DD4E10FB}" type="pres">
      <dgm:prSet presAssocID="{578AC04C-6BE7-48DF-999D-9D8911F9786F}" presName="compNode" presStyleCnt="0"/>
      <dgm:spPr/>
    </dgm:pt>
    <dgm:pt modelId="{5B78724E-FD5A-4A76-B180-E2D0724CC3FC}" type="pres">
      <dgm:prSet presAssocID="{578AC04C-6BE7-48DF-999D-9D8911F9786F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03B3A24B-AD15-42A5-9C4D-B13DEBEB41E9}" type="pres">
      <dgm:prSet presAssocID="{578AC04C-6BE7-48DF-999D-9D8911F9786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onômetro"/>
        </a:ext>
      </dgm:extLst>
    </dgm:pt>
    <dgm:pt modelId="{BC6146EE-9A19-4899-B2A7-6206A41B2E77}" type="pres">
      <dgm:prSet presAssocID="{578AC04C-6BE7-48DF-999D-9D8911F9786F}" presName="spaceRect" presStyleCnt="0"/>
      <dgm:spPr/>
    </dgm:pt>
    <dgm:pt modelId="{F750E91E-C804-4BB1-B056-D1FBC37F995C}" type="pres">
      <dgm:prSet presAssocID="{578AC04C-6BE7-48DF-999D-9D8911F9786F}" presName="textRect" presStyleLbl="revTx" presStyleIdx="1" presStyleCnt="3">
        <dgm:presLayoutVars>
          <dgm:chMax val="1"/>
          <dgm:chPref val="1"/>
        </dgm:presLayoutVars>
      </dgm:prSet>
      <dgm:spPr/>
    </dgm:pt>
    <dgm:pt modelId="{50F65EB8-13E6-490A-96D1-76F55307E6A4}" type="pres">
      <dgm:prSet presAssocID="{AB737D26-737C-4D3F-B87C-DEEE9F49B19B}" presName="sibTrans" presStyleCnt="0"/>
      <dgm:spPr/>
    </dgm:pt>
    <dgm:pt modelId="{1428D447-3A67-42A4-975F-F001DE05CA14}" type="pres">
      <dgm:prSet presAssocID="{EBB511F2-A460-4906-918C-4D83E626FE80}" presName="compNode" presStyleCnt="0"/>
      <dgm:spPr/>
    </dgm:pt>
    <dgm:pt modelId="{1AC9D97D-9112-4C0E-BC53-3BCCE4380C1E}" type="pres">
      <dgm:prSet presAssocID="{EBB511F2-A460-4906-918C-4D83E626FE80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4A74FE45-19D6-4F2B-85A8-3C6567265D98}" type="pres">
      <dgm:prSet presAssocID="{EBB511F2-A460-4906-918C-4D83E626FE8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0FFAE6DA-BE05-4245-8801-F88A391B90D6}" type="pres">
      <dgm:prSet presAssocID="{EBB511F2-A460-4906-918C-4D83E626FE80}" presName="spaceRect" presStyleCnt="0"/>
      <dgm:spPr/>
    </dgm:pt>
    <dgm:pt modelId="{7A7996C0-272D-48F5-B864-ADA3D06F320E}" type="pres">
      <dgm:prSet presAssocID="{EBB511F2-A460-4906-918C-4D83E626FE8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2251706-47C1-45A9-9008-08A9BD41B1DE}" type="presOf" srcId="{4B902C88-BAEF-4113-BA82-869D0598CADE}" destId="{1DD21537-EB7D-4D17-A13C-4C0862AAD597}" srcOrd="0" destOrd="0" presId="urn:microsoft.com/office/officeart/2018/5/layout/IconLeafLabelList"/>
    <dgm:cxn modelId="{82681B2E-B74E-4B48-9A27-EFC4D6BEED9B}" type="presOf" srcId="{EBB511F2-A460-4906-918C-4D83E626FE80}" destId="{7A7996C0-272D-48F5-B864-ADA3D06F320E}" srcOrd="0" destOrd="0" presId="urn:microsoft.com/office/officeart/2018/5/layout/IconLeafLabelList"/>
    <dgm:cxn modelId="{2BFCA33E-75E2-45C1-B25E-6E680352A59C}" srcId="{97F09CF3-10AD-47A5-8B22-5BAB1A571143}" destId="{578AC04C-6BE7-48DF-999D-9D8911F9786F}" srcOrd="1" destOrd="0" parTransId="{64713BB9-FE52-41B9-B5F2-E871EA916087}" sibTransId="{AB737D26-737C-4D3F-B87C-DEEE9F49B19B}"/>
    <dgm:cxn modelId="{2D5CA874-47E6-46DE-891F-767D07337960}" type="presOf" srcId="{97F09CF3-10AD-47A5-8B22-5BAB1A571143}" destId="{4E33A84F-57E6-43C5-8558-8DF03E10F71E}" srcOrd="0" destOrd="0" presId="urn:microsoft.com/office/officeart/2018/5/layout/IconLeafLabelList"/>
    <dgm:cxn modelId="{12E7015A-4482-44E9-AAEA-A3C6B4955AE1}" srcId="{97F09CF3-10AD-47A5-8B22-5BAB1A571143}" destId="{4B902C88-BAEF-4113-BA82-869D0598CADE}" srcOrd="0" destOrd="0" parTransId="{BB74CD7B-4A49-4CA0-A1B1-F61059F4CF2D}" sibTransId="{1B4C5286-E95C-486F-945D-4E018C9A4FE2}"/>
    <dgm:cxn modelId="{BCC41D97-AF7E-4DB3-B7A5-23B6A4657057}" type="presOf" srcId="{578AC04C-6BE7-48DF-999D-9D8911F9786F}" destId="{F750E91E-C804-4BB1-B056-D1FBC37F995C}" srcOrd="0" destOrd="0" presId="urn:microsoft.com/office/officeart/2018/5/layout/IconLeafLabelList"/>
    <dgm:cxn modelId="{5ED64BB9-772A-4AC4-B613-6D9192BB95EE}" srcId="{97F09CF3-10AD-47A5-8B22-5BAB1A571143}" destId="{EBB511F2-A460-4906-918C-4D83E626FE80}" srcOrd="2" destOrd="0" parTransId="{F562108B-5FF8-4B26-8B88-5EC848C89609}" sibTransId="{3750C6F8-0447-422F-AAB4-E283B532818D}"/>
    <dgm:cxn modelId="{B1BBB8EB-9AC3-43D5-B0B7-E956405B8EFD}" type="presParOf" srcId="{4E33A84F-57E6-43C5-8558-8DF03E10F71E}" destId="{AA8BBA28-941B-46AC-BDEA-7D400698D931}" srcOrd="0" destOrd="0" presId="urn:microsoft.com/office/officeart/2018/5/layout/IconLeafLabelList"/>
    <dgm:cxn modelId="{3B822674-9666-4A81-81CB-EB184BF44B69}" type="presParOf" srcId="{AA8BBA28-941B-46AC-BDEA-7D400698D931}" destId="{BAC708E7-8D0B-4BE5-8708-76878B6EE2CA}" srcOrd="0" destOrd="0" presId="urn:microsoft.com/office/officeart/2018/5/layout/IconLeafLabelList"/>
    <dgm:cxn modelId="{999D7DE4-0C5C-4157-83A8-9A51F9D6D3F4}" type="presParOf" srcId="{AA8BBA28-941B-46AC-BDEA-7D400698D931}" destId="{D6EB12AC-B87B-4E9E-AFC3-85DC76526152}" srcOrd="1" destOrd="0" presId="urn:microsoft.com/office/officeart/2018/5/layout/IconLeafLabelList"/>
    <dgm:cxn modelId="{4B1B684F-B3C5-42DB-81FB-946A7919650A}" type="presParOf" srcId="{AA8BBA28-941B-46AC-BDEA-7D400698D931}" destId="{3ED75BE5-83C7-4F6B-A843-F59B8CB3F006}" srcOrd="2" destOrd="0" presId="urn:microsoft.com/office/officeart/2018/5/layout/IconLeafLabelList"/>
    <dgm:cxn modelId="{9BC96DFA-D102-42DF-9DD3-6EA0D0060E46}" type="presParOf" srcId="{AA8BBA28-941B-46AC-BDEA-7D400698D931}" destId="{1DD21537-EB7D-4D17-A13C-4C0862AAD597}" srcOrd="3" destOrd="0" presId="urn:microsoft.com/office/officeart/2018/5/layout/IconLeafLabelList"/>
    <dgm:cxn modelId="{70633C84-EEA7-4B0E-B681-39A4DDF761AD}" type="presParOf" srcId="{4E33A84F-57E6-43C5-8558-8DF03E10F71E}" destId="{7639A4CF-D071-4C8B-BD3C-0B909DB3DD0A}" srcOrd="1" destOrd="0" presId="urn:microsoft.com/office/officeart/2018/5/layout/IconLeafLabelList"/>
    <dgm:cxn modelId="{C86705F4-B174-48F6-867A-F384EA407F43}" type="presParOf" srcId="{4E33A84F-57E6-43C5-8558-8DF03E10F71E}" destId="{529CCED4-51A3-4531-A326-E0B3DD4E10FB}" srcOrd="2" destOrd="0" presId="urn:microsoft.com/office/officeart/2018/5/layout/IconLeafLabelList"/>
    <dgm:cxn modelId="{2893A81B-C006-4B8B-9650-F76144A1926B}" type="presParOf" srcId="{529CCED4-51A3-4531-A326-E0B3DD4E10FB}" destId="{5B78724E-FD5A-4A76-B180-E2D0724CC3FC}" srcOrd="0" destOrd="0" presId="urn:microsoft.com/office/officeart/2018/5/layout/IconLeafLabelList"/>
    <dgm:cxn modelId="{CA68478D-84ED-4AB5-BD11-D3568D6032CF}" type="presParOf" srcId="{529CCED4-51A3-4531-A326-E0B3DD4E10FB}" destId="{03B3A24B-AD15-42A5-9C4D-B13DEBEB41E9}" srcOrd="1" destOrd="0" presId="urn:microsoft.com/office/officeart/2018/5/layout/IconLeafLabelList"/>
    <dgm:cxn modelId="{558C25F5-1BCF-4ACC-911D-04433FE01294}" type="presParOf" srcId="{529CCED4-51A3-4531-A326-E0B3DD4E10FB}" destId="{BC6146EE-9A19-4899-B2A7-6206A41B2E77}" srcOrd="2" destOrd="0" presId="urn:microsoft.com/office/officeart/2018/5/layout/IconLeafLabelList"/>
    <dgm:cxn modelId="{EC69B8C5-16A2-48A9-B6A2-9FEDEB4CCFFB}" type="presParOf" srcId="{529CCED4-51A3-4531-A326-E0B3DD4E10FB}" destId="{F750E91E-C804-4BB1-B056-D1FBC37F995C}" srcOrd="3" destOrd="0" presId="urn:microsoft.com/office/officeart/2018/5/layout/IconLeafLabelList"/>
    <dgm:cxn modelId="{D53301E9-36EA-455F-9E51-C6ABDA89427B}" type="presParOf" srcId="{4E33A84F-57E6-43C5-8558-8DF03E10F71E}" destId="{50F65EB8-13E6-490A-96D1-76F55307E6A4}" srcOrd="3" destOrd="0" presId="urn:microsoft.com/office/officeart/2018/5/layout/IconLeafLabelList"/>
    <dgm:cxn modelId="{B6827186-5ED9-4557-8297-CA99ED0CA91C}" type="presParOf" srcId="{4E33A84F-57E6-43C5-8558-8DF03E10F71E}" destId="{1428D447-3A67-42A4-975F-F001DE05CA14}" srcOrd="4" destOrd="0" presId="urn:microsoft.com/office/officeart/2018/5/layout/IconLeafLabelList"/>
    <dgm:cxn modelId="{590484C4-C8B4-4CB1-80E6-276AB102C8CC}" type="presParOf" srcId="{1428D447-3A67-42A4-975F-F001DE05CA14}" destId="{1AC9D97D-9112-4C0E-BC53-3BCCE4380C1E}" srcOrd="0" destOrd="0" presId="urn:microsoft.com/office/officeart/2018/5/layout/IconLeafLabelList"/>
    <dgm:cxn modelId="{FDFE6117-BD1C-4AAE-8D38-0731E3354AA1}" type="presParOf" srcId="{1428D447-3A67-42A4-975F-F001DE05CA14}" destId="{4A74FE45-19D6-4F2B-85A8-3C6567265D98}" srcOrd="1" destOrd="0" presId="urn:microsoft.com/office/officeart/2018/5/layout/IconLeafLabelList"/>
    <dgm:cxn modelId="{85542BD0-534F-48F7-B978-5298AD73553E}" type="presParOf" srcId="{1428D447-3A67-42A4-975F-F001DE05CA14}" destId="{0FFAE6DA-BE05-4245-8801-F88A391B90D6}" srcOrd="2" destOrd="0" presId="urn:microsoft.com/office/officeart/2018/5/layout/IconLeafLabelList"/>
    <dgm:cxn modelId="{DDBCD0EB-C442-4545-90FC-E21A6A1EB615}" type="presParOf" srcId="{1428D447-3A67-42A4-975F-F001DE05CA14}" destId="{7A7996C0-272D-48F5-B864-ADA3D06F320E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D72B464-9EB8-4F92-AF63-6DF5938905E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49F59B7-6F17-4348-9ACE-DCB5EEFD509F}">
      <dgm:prSet/>
      <dgm:spPr/>
      <dgm:t>
        <a:bodyPr/>
        <a:lstStyle/>
        <a:p>
          <a:r>
            <a:rPr lang="en-US" dirty="0" err="1"/>
            <a:t>Notícias</a:t>
          </a:r>
          <a:r>
            <a:rPr lang="en-US" dirty="0"/>
            <a:t> falsas </a:t>
          </a:r>
          <a:r>
            <a:rPr lang="en-US" dirty="0" err="1"/>
            <a:t>ou</a:t>
          </a:r>
          <a:r>
            <a:rPr lang="en-US" dirty="0"/>
            <a:t> </a:t>
          </a:r>
          <a:r>
            <a:rPr lang="en-US" dirty="0" err="1"/>
            <a:t>distorcidas</a:t>
          </a:r>
          <a:endParaRPr lang="en-US" dirty="0"/>
        </a:p>
      </dgm:t>
    </dgm:pt>
    <dgm:pt modelId="{31AD9774-B3AB-43FF-8B95-6974C2F48190}" type="parTrans" cxnId="{54B2C995-7871-43DB-92B3-97780DB594D8}">
      <dgm:prSet/>
      <dgm:spPr/>
      <dgm:t>
        <a:bodyPr/>
        <a:lstStyle/>
        <a:p>
          <a:endParaRPr lang="en-US"/>
        </a:p>
      </dgm:t>
    </dgm:pt>
    <dgm:pt modelId="{9009C01F-1D64-4FB7-AC4A-3B6AFED33491}" type="sibTrans" cxnId="{54B2C995-7871-43DB-92B3-97780DB594D8}">
      <dgm:prSet/>
      <dgm:spPr/>
      <dgm:t>
        <a:bodyPr/>
        <a:lstStyle/>
        <a:p>
          <a:endParaRPr lang="en-US"/>
        </a:p>
      </dgm:t>
    </dgm:pt>
    <dgm:pt modelId="{72AB6AB0-F11D-42BA-8EDE-E0CED3E35F5F}">
      <dgm:prSet/>
      <dgm:spPr/>
      <dgm:t>
        <a:bodyPr/>
        <a:lstStyle/>
        <a:p>
          <a:r>
            <a:rPr lang="en-US" dirty="0" err="1"/>
            <a:t>Criadas</a:t>
          </a:r>
          <a:r>
            <a:rPr lang="en-US" dirty="0"/>
            <a:t> para </a:t>
          </a:r>
          <a:r>
            <a:rPr lang="en-US" dirty="0" err="1"/>
            <a:t>enganar</a:t>
          </a:r>
          <a:endParaRPr lang="en-US" dirty="0"/>
        </a:p>
      </dgm:t>
    </dgm:pt>
    <dgm:pt modelId="{B6012F4F-FBBB-4128-B8AA-5F25DD85D622}" type="parTrans" cxnId="{3C84050D-F81C-46D5-8A42-F5CAC759FF49}">
      <dgm:prSet/>
      <dgm:spPr/>
      <dgm:t>
        <a:bodyPr/>
        <a:lstStyle/>
        <a:p>
          <a:endParaRPr lang="en-US"/>
        </a:p>
      </dgm:t>
    </dgm:pt>
    <dgm:pt modelId="{F4874E43-16A8-43F7-85CF-32CB2F02C6AC}" type="sibTrans" cxnId="{3C84050D-F81C-46D5-8A42-F5CAC759FF49}">
      <dgm:prSet/>
      <dgm:spPr/>
      <dgm:t>
        <a:bodyPr/>
        <a:lstStyle/>
        <a:p>
          <a:endParaRPr lang="en-US"/>
        </a:p>
      </dgm:t>
    </dgm:pt>
    <dgm:pt modelId="{033044D2-C49F-41F8-94D7-04CDEFE71CA8}">
      <dgm:prSet/>
      <dgm:spPr/>
      <dgm:t>
        <a:bodyPr/>
        <a:lstStyle/>
        <a:p>
          <a:r>
            <a:rPr lang="en-US" dirty="0" err="1"/>
            <a:t>Espalhadas</a:t>
          </a:r>
          <a:r>
            <a:rPr lang="en-US" dirty="0"/>
            <a:t> </a:t>
          </a:r>
          <a:r>
            <a:rPr lang="en-US" dirty="0" err="1"/>
            <a:t>rapidamente</a:t>
          </a:r>
          <a:endParaRPr lang="en-US" dirty="0"/>
        </a:p>
      </dgm:t>
    </dgm:pt>
    <dgm:pt modelId="{C8AB0BC0-63A8-4ACC-AB09-F8EC83426E4F}" type="parTrans" cxnId="{E692825D-6574-4DAF-9BA1-FED097129941}">
      <dgm:prSet/>
      <dgm:spPr/>
      <dgm:t>
        <a:bodyPr/>
        <a:lstStyle/>
        <a:p>
          <a:endParaRPr lang="en-US"/>
        </a:p>
      </dgm:t>
    </dgm:pt>
    <dgm:pt modelId="{9952808E-7E6A-4F4E-98D9-D11372456158}" type="sibTrans" cxnId="{E692825D-6574-4DAF-9BA1-FED097129941}">
      <dgm:prSet/>
      <dgm:spPr/>
      <dgm:t>
        <a:bodyPr/>
        <a:lstStyle/>
        <a:p>
          <a:endParaRPr lang="en-US"/>
        </a:p>
      </dgm:t>
    </dgm:pt>
    <dgm:pt modelId="{46B67006-A9FF-472B-9D9A-043AB44FA6FE}" type="pres">
      <dgm:prSet presAssocID="{5D72B464-9EB8-4F92-AF63-6DF5938905E5}" presName="linear" presStyleCnt="0">
        <dgm:presLayoutVars>
          <dgm:animLvl val="lvl"/>
          <dgm:resizeHandles val="exact"/>
        </dgm:presLayoutVars>
      </dgm:prSet>
      <dgm:spPr/>
    </dgm:pt>
    <dgm:pt modelId="{31B9AB46-D40E-43FA-80BA-9253BBED56D9}" type="pres">
      <dgm:prSet presAssocID="{B49F59B7-6F17-4348-9ACE-DCB5EEFD509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037F4A9-1D22-4B29-815E-F9C2E0F64BD3}" type="pres">
      <dgm:prSet presAssocID="{9009C01F-1D64-4FB7-AC4A-3B6AFED33491}" presName="spacer" presStyleCnt="0"/>
      <dgm:spPr/>
    </dgm:pt>
    <dgm:pt modelId="{F182E927-EDD2-471F-A252-B5A4C6F833FB}" type="pres">
      <dgm:prSet presAssocID="{72AB6AB0-F11D-42BA-8EDE-E0CED3E35F5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D62BE78-6C60-4CA9-BB86-1A6A1F64D12F}" type="pres">
      <dgm:prSet presAssocID="{F4874E43-16A8-43F7-85CF-32CB2F02C6AC}" presName="spacer" presStyleCnt="0"/>
      <dgm:spPr/>
    </dgm:pt>
    <dgm:pt modelId="{7B4D9D7A-7328-4A79-8512-B345C46D675D}" type="pres">
      <dgm:prSet presAssocID="{033044D2-C49F-41F8-94D7-04CDEFE71CA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C84050D-F81C-46D5-8A42-F5CAC759FF49}" srcId="{5D72B464-9EB8-4F92-AF63-6DF5938905E5}" destId="{72AB6AB0-F11D-42BA-8EDE-E0CED3E35F5F}" srcOrd="1" destOrd="0" parTransId="{B6012F4F-FBBB-4128-B8AA-5F25DD85D622}" sibTransId="{F4874E43-16A8-43F7-85CF-32CB2F02C6AC}"/>
    <dgm:cxn modelId="{E692825D-6574-4DAF-9BA1-FED097129941}" srcId="{5D72B464-9EB8-4F92-AF63-6DF5938905E5}" destId="{033044D2-C49F-41F8-94D7-04CDEFE71CA8}" srcOrd="2" destOrd="0" parTransId="{C8AB0BC0-63A8-4ACC-AB09-F8EC83426E4F}" sibTransId="{9952808E-7E6A-4F4E-98D9-D11372456158}"/>
    <dgm:cxn modelId="{E50FA660-2569-4464-91B3-E584C7E63A43}" type="presOf" srcId="{5D72B464-9EB8-4F92-AF63-6DF5938905E5}" destId="{46B67006-A9FF-472B-9D9A-043AB44FA6FE}" srcOrd="0" destOrd="0" presId="urn:microsoft.com/office/officeart/2005/8/layout/vList2"/>
    <dgm:cxn modelId="{D2F7E57E-0317-4831-A66E-35D2D494426D}" type="presOf" srcId="{72AB6AB0-F11D-42BA-8EDE-E0CED3E35F5F}" destId="{F182E927-EDD2-471F-A252-B5A4C6F833FB}" srcOrd="0" destOrd="0" presId="urn:microsoft.com/office/officeart/2005/8/layout/vList2"/>
    <dgm:cxn modelId="{47FCD487-9811-4919-963C-5372054577C9}" type="presOf" srcId="{B49F59B7-6F17-4348-9ACE-DCB5EEFD509F}" destId="{31B9AB46-D40E-43FA-80BA-9253BBED56D9}" srcOrd="0" destOrd="0" presId="urn:microsoft.com/office/officeart/2005/8/layout/vList2"/>
    <dgm:cxn modelId="{54B2C995-7871-43DB-92B3-97780DB594D8}" srcId="{5D72B464-9EB8-4F92-AF63-6DF5938905E5}" destId="{B49F59B7-6F17-4348-9ACE-DCB5EEFD509F}" srcOrd="0" destOrd="0" parTransId="{31AD9774-B3AB-43FF-8B95-6974C2F48190}" sibTransId="{9009C01F-1D64-4FB7-AC4A-3B6AFED33491}"/>
    <dgm:cxn modelId="{84880FBA-59E3-4062-B97D-75D792EF7FA4}" type="presOf" srcId="{033044D2-C49F-41F8-94D7-04CDEFE71CA8}" destId="{7B4D9D7A-7328-4A79-8512-B345C46D675D}" srcOrd="0" destOrd="0" presId="urn:microsoft.com/office/officeart/2005/8/layout/vList2"/>
    <dgm:cxn modelId="{D47CA53C-4EE7-4791-A257-CBD4348017D4}" type="presParOf" srcId="{46B67006-A9FF-472B-9D9A-043AB44FA6FE}" destId="{31B9AB46-D40E-43FA-80BA-9253BBED56D9}" srcOrd="0" destOrd="0" presId="urn:microsoft.com/office/officeart/2005/8/layout/vList2"/>
    <dgm:cxn modelId="{DB4C6568-47DE-470B-A7C0-69F41EC11821}" type="presParOf" srcId="{46B67006-A9FF-472B-9D9A-043AB44FA6FE}" destId="{2037F4A9-1D22-4B29-815E-F9C2E0F64BD3}" srcOrd="1" destOrd="0" presId="urn:microsoft.com/office/officeart/2005/8/layout/vList2"/>
    <dgm:cxn modelId="{041CAF25-3BDE-4E6F-96CE-67980DBE78E2}" type="presParOf" srcId="{46B67006-A9FF-472B-9D9A-043AB44FA6FE}" destId="{F182E927-EDD2-471F-A252-B5A4C6F833FB}" srcOrd="2" destOrd="0" presId="urn:microsoft.com/office/officeart/2005/8/layout/vList2"/>
    <dgm:cxn modelId="{367B90EC-40A8-4D5F-84A4-38BA0F809003}" type="presParOf" srcId="{46B67006-A9FF-472B-9D9A-043AB44FA6FE}" destId="{7D62BE78-6C60-4CA9-BB86-1A6A1F64D12F}" srcOrd="3" destOrd="0" presId="urn:microsoft.com/office/officeart/2005/8/layout/vList2"/>
    <dgm:cxn modelId="{0937EB7C-E93C-4A6D-A18A-92608A958B39}" type="presParOf" srcId="{46B67006-A9FF-472B-9D9A-043AB44FA6FE}" destId="{7B4D9D7A-7328-4A79-8512-B345C46D675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E346955-F7EB-45B7-88E5-930A6508797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6EA8056-63A8-4229-9389-1899EA2F12A1}">
      <dgm:prSet/>
      <dgm:spPr/>
      <dgm:t>
        <a:bodyPr/>
        <a:lstStyle/>
        <a:p>
          <a:r>
            <a:rPr lang="en-US" dirty="0" err="1"/>
            <a:t>Confira</a:t>
          </a:r>
          <a:r>
            <a:rPr lang="en-US" dirty="0"/>
            <a:t> a </a:t>
          </a:r>
          <a:r>
            <a:rPr lang="en-US" dirty="0" err="1"/>
            <a:t>fonte</a:t>
          </a:r>
          <a:endParaRPr lang="en-US" dirty="0"/>
        </a:p>
      </dgm:t>
    </dgm:pt>
    <dgm:pt modelId="{45B4C43C-8777-4F04-ABA8-15F1D339D462}" type="parTrans" cxnId="{1F292B1E-12B8-4685-98D7-3BCE669492BC}">
      <dgm:prSet/>
      <dgm:spPr/>
      <dgm:t>
        <a:bodyPr/>
        <a:lstStyle/>
        <a:p>
          <a:endParaRPr lang="en-US"/>
        </a:p>
      </dgm:t>
    </dgm:pt>
    <dgm:pt modelId="{9526C1DC-49C9-450B-9980-DC33AFD7F431}" type="sibTrans" cxnId="{1F292B1E-12B8-4685-98D7-3BCE669492BC}">
      <dgm:prSet/>
      <dgm:spPr/>
      <dgm:t>
        <a:bodyPr/>
        <a:lstStyle/>
        <a:p>
          <a:endParaRPr lang="en-US"/>
        </a:p>
      </dgm:t>
    </dgm:pt>
    <dgm:pt modelId="{02A05B11-328F-4A71-B868-92206A924952}">
      <dgm:prSet/>
      <dgm:spPr/>
      <dgm:t>
        <a:bodyPr/>
        <a:lstStyle/>
        <a:p>
          <a:r>
            <a:rPr lang="en-US" dirty="0"/>
            <a:t>Leia </a:t>
          </a:r>
          <a:r>
            <a:rPr lang="en-US" dirty="0" err="1"/>
            <a:t>além</a:t>
          </a:r>
          <a:r>
            <a:rPr lang="en-US" dirty="0"/>
            <a:t> do </a:t>
          </a:r>
          <a:r>
            <a:rPr lang="en-US" dirty="0" err="1"/>
            <a:t>título</a:t>
          </a:r>
          <a:endParaRPr lang="en-US" dirty="0"/>
        </a:p>
      </dgm:t>
    </dgm:pt>
    <dgm:pt modelId="{8033F10A-ABC7-447F-8676-C99D23B3FCBD}" type="parTrans" cxnId="{77C65951-0C5B-49DB-BB50-B4A9953811BD}">
      <dgm:prSet/>
      <dgm:spPr/>
      <dgm:t>
        <a:bodyPr/>
        <a:lstStyle/>
        <a:p>
          <a:endParaRPr lang="en-US"/>
        </a:p>
      </dgm:t>
    </dgm:pt>
    <dgm:pt modelId="{1731E09A-1E98-4F8E-BC0E-6638C55B5164}" type="sibTrans" cxnId="{77C65951-0C5B-49DB-BB50-B4A9953811BD}">
      <dgm:prSet/>
      <dgm:spPr/>
      <dgm:t>
        <a:bodyPr/>
        <a:lstStyle/>
        <a:p>
          <a:endParaRPr lang="en-US"/>
        </a:p>
      </dgm:t>
    </dgm:pt>
    <dgm:pt modelId="{03BBDADB-75BC-462F-8370-43CD9615B4B9}">
      <dgm:prSet/>
      <dgm:spPr/>
      <dgm:t>
        <a:bodyPr/>
        <a:lstStyle/>
        <a:p>
          <a:r>
            <a:rPr lang="en-US" dirty="0"/>
            <a:t>Pense no </a:t>
          </a:r>
          <a:r>
            <a:rPr lang="en-US" dirty="0" err="1"/>
            <a:t>impacto</a:t>
          </a:r>
          <a:endParaRPr lang="en-US" dirty="0"/>
        </a:p>
      </dgm:t>
    </dgm:pt>
    <dgm:pt modelId="{A27EE0FE-5D03-4063-881B-24C1B47F8E76}" type="parTrans" cxnId="{614B27AB-DD7D-4133-B5E5-125E7959DC36}">
      <dgm:prSet/>
      <dgm:spPr/>
      <dgm:t>
        <a:bodyPr/>
        <a:lstStyle/>
        <a:p>
          <a:endParaRPr lang="en-US"/>
        </a:p>
      </dgm:t>
    </dgm:pt>
    <dgm:pt modelId="{3C7017CC-9E33-4CB6-916A-7FE680A1C627}" type="sibTrans" cxnId="{614B27AB-DD7D-4133-B5E5-125E7959DC36}">
      <dgm:prSet/>
      <dgm:spPr/>
      <dgm:t>
        <a:bodyPr/>
        <a:lstStyle/>
        <a:p>
          <a:endParaRPr lang="en-US"/>
        </a:p>
      </dgm:t>
    </dgm:pt>
    <dgm:pt modelId="{2FE4BDD8-CAE8-4163-AEDC-CCF60DB9E806}" type="pres">
      <dgm:prSet presAssocID="{8E346955-F7EB-45B7-88E5-930A65087979}" presName="linear" presStyleCnt="0">
        <dgm:presLayoutVars>
          <dgm:animLvl val="lvl"/>
          <dgm:resizeHandles val="exact"/>
        </dgm:presLayoutVars>
      </dgm:prSet>
      <dgm:spPr/>
    </dgm:pt>
    <dgm:pt modelId="{5C60C855-E2CD-4026-A425-FC5096A50DF7}" type="pres">
      <dgm:prSet presAssocID="{B6EA8056-63A8-4229-9389-1899EA2F12A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419FBDD-9720-426B-91AC-40B67A4E6DC0}" type="pres">
      <dgm:prSet presAssocID="{9526C1DC-49C9-450B-9980-DC33AFD7F431}" presName="spacer" presStyleCnt="0"/>
      <dgm:spPr/>
    </dgm:pt>
    <dgm:pt modelId="{5A434138-D45E-4DC0-ADF9-58490649E7F3}" type="pres">
      <dgm:prSet presAssocID="{02A05B11-328F-4A71-B868-92206A92495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E9C102E-9AE5-4C79-BF84-EE551184273E}" type="pres">
      <dgm:prSet presAssocID="{1731E09A-1E98-4F8E-BC0E-6638C55B5164}" presName="spacer" presStyleCnt="0"/>
      <dgm:spPr/>
    </dgm:pt>
    <dgm:pt modelId="{5F030044-394E-4DA1-AEA5-772BF0C5B198}" type="pres">
      <dgm:prSet presAssocID="{03BBDADB-75BC-462F-8370-43CD9615B4B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73CBE0B-B22E-4629-83E4-ABE592F4668E}" type="presOf" srcId="{8E346955-F7EB-45B7-88E5-930A65087979}" destId="{2FE4BDD8-CAE8-4163-AEDC-CCF60DB9E806}" srcOrd="0" destOrd="0" presId="urn:microsoft.com/office/officeart/2005/8/layout/vList2"/>
    <dgm:cxn modelId="{1F292B1E-12B8-4685-98D7-3BCE669492BC}" srcId="{8E346955-F7EB-45B7-88E5-930A65087979}" destId="{B6EA8056-63A8-4229-9389-1899EA2F12A1}" srcOrd="0" destOrd="0" parTransId="{45B4C43C-8777-4F04-ABA8-15F1D339D462}" sibTransId="{9526C1DC-49C9-450B-9980-DC33AFD7F431}"/>
    <dgm:cxn modelId="{77C65951-0C5B-49DB-BB50-B4A9953811BD}" srcId="{8E346955-F7EB-45B7-88E5-930A65087979}" destId="{02A05B11-328F-4A71-B868-92206A924952}" srcOrd="1" destOrd="0" parTransId="{8033F10A-ABC7-447F-8676-C99D23B3FCBD}" sibTransId="{1731E09A-1E98-4F8E-BC0E-6638C55B5164}"/>
    <dgm:cxn modelId="{64EFEE7B-4DA9-44A3-94CA-6DF969749A70}" type="presOf" srcId="{B6EA8056-63A8-4229-9389-1899EA2F12A1}" destId="{5C60C855-E2CD-4026-A425-FC5096A50DF7}" srcOrd="0" destOrd="0" presId="urn:microsoft.com/office/officeart/2005/8/layout/vList2"/>
    <dgm:cxn modelId="{4D2CDD8A-51F3-496E-9872-0683847027BD}" type="presOf" srcId="{03BBDADB-75BC-462F-8370-43CD9615B4B9}" destId="{5F030044-394E-4DA1-AEA5-772BF0C5B198}" srcOrd="0" destOrd="0" presId="urn:microsoft.com/office/officeart/2005/8/layout/vList2"/>
    <dgm:cxn modelId="{614B27AB-DD7D-4133-B5E5-125E7959DC36}" srcId="{8E346955-F7EB-45B7-88E5-930A65087979}" destId="{03BBDADB-75BC-462F-8370-43CD9615B4B9}" srcOrd="2" destOrd="0" parTransId="{A27EE0FE-5D03-4063-881B-24C1B47F8E76}" sibTransId="{3C7017CC-9E33-4CB6-916A-7FE680A1C627}"/>
    <dgm:cxn modelId="{10A76AC0-1D64-48F7-AFFE-50CFA6C32013}" type="presOf" srcId="{02A05B11-328F-4A71-B868-92206A924952}" destId="{5A434138-D45E-4DC0-ADF9-58490649E7F3}" srcOrd="0" destOrd="0" presId="urn:microsoft.com/office/officeart/2005/8/layout/vList2"/>
    <dgm:cxn modelId="{2E26A7B4-834D-4D68-8C30-745841CBBF00}" type="presParOf" srcId="{2FE4BDD8-CAE8-4163-AEDC-CCF60DB9E806}" destId="{5C60C855-E2CD-4026-A425-FC5096A50DF7}" srcOrd="0" destOrd="0" presId="urn:microsoft.com/office/officeart/2005/8/layout/vList2"/>
    <dgm:cxn modelId="{5B6DB01E-5D0A-4EAB-B01D-59D2557B5BA5}" type="presParOf" srcId="{2FE4BDD8-CAE8-4163-AEDC-CCF60DB9E806}" destId="{7419FBDD-9720-426B-91AC-40B67A4E6DC0}" srcOrd="1" destOrd="0" presId="urn:microsoft.com/office/officeart/2005/8/layout/vList2"/>
    <dgm:cxn modelId="{90ABFA9B-624C-461A-BBB0-85BD4FB08384}" type="presParOf" srcId="{2FE4BDD8-CAE8-4163-AEDC-CCF60DB9E806}" destId="{5A434138-D45E-4DC0-ADF9-58490649E7F3}" srcOrd="2" destOrd="0" presId="urn:microsoft.com/office/officeart/2005/8/layout/vList2"/>
    <dgm:cxn modelId="{888FF46F-D44B-4490-9728-7DF70251D80D}" type="presParOf" srcId="{2FE4BDD8-CAE8-4163-AEDC-CCF60DB9E806}" destId="{AE9C102E-9AE5-4C79-BF84-EE551184273E}" srcOrd="3" destOrd="0" presId="urn:microsoft.com/office/officeart/2005/8/layout/vList2"/>
    <dgm:cxn modelId="{ADFF3630-439D-418D-93BB-06BF773014E8}" type="presParOf" srcId="{2FE4BDD8-CAE8-4163-AEDC-CCF60DB9E806}" destId="{5F030044-394E-4DA1-AEA5-772BF0C5B19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8A3F187-177D-4E45-8C4C-3606C71BC43C}" type="doc">
      <dgm:prSet loTypeId="urn:microsoft.com/office/officeart/2005/8/layout/default" loCatId="list" qsTypeId="urn:microsoft.com/office/officeart/2005/8/quickstyle/simple2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8FDBAAA-EE5D-4F2B-9A53-18C7982E17BF}">
      <dgm:prSet/>
      <dgm:spPr/>
      <dgm:t>
        <a:bodyPr/>
        <a:lstStyle/>
        <a:p>
          <a:r>
            <a:rPr lang="en-US" dirty="0"/>
            <a:t>Banco </a:t>
          </a:r>
          <a:r>
            <a:rPr lang="en-US" dirty="0" err="1"/>
            <a:t>pede</a:t>
          </a:r>
          <a:r>
            <a:rPr lang="en-US" dirty="0"/>
            <a:t> </a:t>
          </a:r>
          <a:r>
            <a:rPr lang="en-US" dirty="0" err="1"/>
            <a:t>senha</a:t>
          </a:r>
          <a:r>
            <a:rPr lang="en-US" dirty="0"/>
            <a:t> </a:t>
          </a:r>
          <a:r>
            <a:rPr lang="en-US" dirty="0" err="1"/>
            <a:t>por</a:t>
          </a:r>
          <a:r>
            <a:rPr lang="en-US" dirty="0"/>
            <a:t> </a:t>
          </a:r>
          <a:r>
            <a:rPr lang="en-US" dirty="0" err="1"/>
            <a:t>mensagem</a:t>
          </a:r>
          <a:r>
            <a:rPr lang="en-US" dirty="0"/>
            <a:t>?</a:t>
          </a:r>
        </a:p>
      </dgm:t>
    </dgm:pt>
    <dgm:pt modelId="{6482AD3D-8F57-4736-9CA9-AE3B3C1E44D5}" type="parTrans" cxnId="{B9ABD538-5011-4A98-9DF2-3320AD4DA861}">
      <dgm:prSet/>
      <dgm:spPr/>
      <dgm:t>
        <a:bodyPr/>
        <a:lstStyle/>
        <a:p>
          <a:endParaRPr lang="en-US"/>
        </a:p>
      </dgm:t>
    </dgm:pt>
    <dgm:pt modelId="{95A066EB-242E-461E-ACA8-847FC7024904}" type="sibTrans" cxnId="{B9ABD538-5011-4A98-9DF2-3320AD4DA861}">
      <dgm:prSet/>
      <dgm:spPr/>
      <dgm:t>
        <a:bodyPr/>
        <a:lstStyle/>
        <a:p>
          <a:endParaRPr lang="en-US"/>
        </a:p>
      </dgm:t>
    </dgm:pt>
    <dgm:pt modelId="{252BD1CF-21B2-4D1A-B25A-962AB4D4699F}">
      <dgm:prSet/>
      <dgm:spPr/>
      <dgm:t>
        <a:bodyPr/>
        <a:lstStyle/>
        <a:p>
          <a:r>
            <a:rPr lang="en-US" dirty="0" err="1"/>
            <a:t>Promoção</a:t>
          </a:r>
          <a:r>
            <a:rPr lang="en-US" dirty="0"/>
            <a:t> sempre é real?</a:t>
          </a:r>
        </a:p>
      </dgm:t>
    </dgm:pt>
    <dgm:pt modelId="{7F16BF83-13DD-4887-9AF1-C7639FB17F75}" type="parTrans" cxnId="{ECDFD22D-0C4F-48D6-AE21-E1D13FE05A77}">
      <dgm:prSet/>
      <dgm:spPr/>
      <dgm:t>
        <a:bodyPr/>
        <a:lstStyle/>
        <a:p>
          <a:endParaRPr lang="en-US"/>
        </a:p>
      </dgm:t>
    </dgm:pt>
    <dgm:pt modelId="{9CC52D15-E12D-4252-9225-F59108BE6B5E}" type="sibTrans" cxnId="{ECDFD22D-0C4F-48D6-AE21-E1D13FE05A77}">
      <dgm:prSet/>
      <dgm:spPr/>
      <dgm:t>
        <a:bodyPr/>
        <a:lstStyle/>
        <a:p>
          <a:endParaRPr lang="en-US"/>
        </a:p>
      </dgm:t>
    </dgm:pt>
    <dgm:pt modelId="{A0F4BB42-32BE-403F-8322-86BDF2051BBD}">
      <dgm:prSet/>
      <dgm:spPr/>
      <dgm:t>
        <a:bodyPr/>
        <a:lstStyle/>
        <a:p>
          <a:r>
            <a:rPr lang="en-US" dirty="0"/>
            <a:t>É </a:t>
          </a:r>
          <a:r>
            <a:rPr lang="en-US" dirty="0" err="1"/>
            <a:t>importante</a:t>
          </a:r>
          <a:r>
            <a:rPr lang="en-US" dirty="0"/>
            <a:t> </a:t>
          </a:r>
          <a:r>
            <a:rPr lang="en-US" dirty="0" err="1"/>
            <a:t>confirmar</a:t>
          </a:r>
          <a:r>
            <a:rPr lang="en-US" dirty="0"/>
            <a:t> </a:t>
          </a:r>
          <a:r>
            <a:rPr lang="en-US" dirty="0" err="1"/>
            <a:t>informações</a:t>
          </a:r>
          <a:r>
            <a:rPr lang="en-US" dirty="0"/>
            <a:t>?</a:t>
          </a:r>
        </a:p>
      </dgm:t>
    </dgm:pt>
    <dgm:pt modelId="{CBDA8360-DEBC-4905-86F6-3283D3686B5F}" type="parTrans" cxnId="{8407A287-3C97-4F63-940A-F7EA8EED031B}">
      <dgm:prSet/>
      <dgm:spPr/>
      <dgm:t>
        <a:bodyPr/>
        <a:lstStyle/>
        <a:p>
          <a:endParaRPr lang="en-US"/>
        </a:p>
      </dgm:t>
    </dgm:pt>
    <dgm:pt modelId="{7B3C8B30-D626-4C6C-9C89-1230E92E24F9}" type="sibTrans" cxnId="{8407A287-3C97-4F63-940A-F7EA8EED031B}">
      <dgm:prSet/>
      <dgm:spPr/>
      <dgm:t>
        <a:bodyPr/>
        <a:lstStyle/>
        <a:p>
          <a:endParaRPr lang="en-US"/>
        </a:p>
      </dgm:t>
    </dgm:pt>
    <dgm:pt modelId="{ADD8D3DE-6CCF-41FD-BDB2-262AEBF2B9C8}" type="pres">
      <dgm:prSet presAssocID="{28A3F187-177D-4E45-8C4C-3606C71BC43C}" presName="diagram" presStyleCnt="0">
        <dgm:presLayoutVars>
          <dgm:dir/>
          <dgm:resizeHandles val="exact"/>
        </dgm:presLayoutVars>
      </dgm:prSet>
      <dgm:spPr/>
    </dgm:pt>
    <dgm:pt modelId="{E75BFBC6-F299-43D6-8898-FE9DE592C363}" type="pres">
      <dgm:prSet presAssocID="{18FDBAAA-EE5D-4F2B-9A53-18C7982E17BF}" presName="node" presStyleLbl="node1" presStyleIdx="0" presStyleCnt="3">
        <dgm:presLayoutVars>
          <dgm:bulletEnabled val="1"/>
        </dgm:presLayoutVars>
      </dgm:prSet>
      <dgm:spPr/>
    </dgm:pt>
    <dgm:pt modelId="{D372A6EF-5BBA-447A-AD62-0E3A2DD68739}" type="pres">
      <dgm:prSet presAssocID="{95A066EB-242E-461E-ACA8-847FC7024904}" presName="sibTrans" presStyleCnt="0"/>
      <dgm:spPr/>
    </dgm:pt>
    <dgm:pt modelId="{52695972-04AE-44E3-BA2A-19235983CF0F}" type="pres">
      <dgm:prSet presAssocID="{252BD1CF-21B2-4D1A-B25A-962AB4D4699F}" presName="node" presStyleLbl="node1" presStyleIdx="1" presStyleCnt="3">
        <dgm:presLayoutVars>
          <dgm:bulletEnabled val="1"/>
        </dgm:presLayoutVars>
      </dgm:prSet>
      <dgm:spPr/>
    </dgm:pt>
    <dgm:pt modelId="{D8A6B212-2EE1-41D5-8983-421378AFBD77}" type="pres">
      <dgm:prSet presAssocID="{9CC52D15-E12D-4252-9225-F59108BE6B5E}" presName="sibTrans" presStyleCnt="0"/>
      <dgm:spPr/>
    </dgm:pt>
    <dgm:pt modelId="{91E424A8-941D-4A82-B99B-9BB1DD03511B}" type="pres">
      <dgm:prSet presAssocID="{A0F4BB42-32BE-403F-8322-86BDF2051BBD}" presName="node" presStyleLbl="node1" presStyleIdx="2" presStyleCnt="3">
        <dgm:presLayoutVars>
          <dgm:bulletEnabled val="1"/>
        </dgm:presLayoutVars>
      </dgm:prSet>
      <dgm:spPr/>
    </dgm:pt>
  </dgm:ptLst>
  <dgm:cxnLst>
    <dgm:cxn modelId="{25E0AB07-0733-449A-A3EB-3DE8D2CD1F6D}" type="presOf" srcId="{252BD1CF-21B2-4D1A-B25A-962AB4D4699F}" destId="{52695972-04AE-44E3-BA2A-19235983CF0F}" srcOrd="0" destOrd="0" presId="urn:microsoft.com/office/officeart/2005/8/layout/default"/>
    <dgm:cxn modelId="{ECDFD22D-0C4F-48D6-AE21-E1D13FE05A77}" srcId="{28A3F187-177D-4E45-8C4C-3606C71BC43C}" destId="{252BD1CF-21B2-4D1A-B25A-962AB4D4699F}" srcOrd="1" destOrd="0" parTransId="{7F16BF83-13DD-4887-9AF1-C7639FB17F75}" sibTransId="{9CC52D15-E12D-4252-9225-F59108BE6B5E}"/>
    <dgm:cxn modelId="{B9ABD538-5011-4A98-9DF2-3320AD4DA861}" srcId="{28A3F187-177D-4E45-8C4C-3606C71BC43C}" destId="{18FDBAAA-EE5D-4F2B-9A53-18C7982E17BF}" srcOrd="0" destOrd="0" parTransId="{6482AD3D-8F57-4736-9CA9-AE3B3C1E44D5}" sibTransId="{95A066EB-242E-461E-ACA8-847FC7024904}"/>
    <dgm:cxn modelId="{8407A287-3C97-4F63-940A-F7EA8EED031B}" srcId="{28A3F187-177D-4E45-8C4C-3606C71BC43C}" destId="{A0F4BB42-32BE-403F-8322-86BDF2051BBD}" srcOrd="2" destOrd="0" parTransId="{CBDA8360-DEBC-4905-86F6-3283D3686B5F}" sibTransId="{7B3C8B30-D626-4C6C-9C89-1230E92E24F9}"/>
    <dgm:cxn modelId="{3EFABED0-4C9C-4A52-8D10-CA6742F138B6}" type="presOf" srcId="{28A3F187-177D-4E45-8C4C-3606C71BC43C}" destId="{ADD8D3DE-6CCF-41FD-BDB2-262AEBF2B9C8}" srcOrd="0" destOrd="0" presId="urn:microsoft.com/office/officeart/2005/8/layout/default"/>
    <dgm:cxn modelId="{542941E3-2C47-490D-9969-D81F147F6752}" type="presOf" srcId="{A0F4BB42-32BE-403F-8322-86BDF2051BBD}" destId="{91E424A8-941D-4A82-B99B-9BB1DD03511B}" srcOrd="0" destOrd="0" presId="urn:microsoft.com/office/officeart/2005/8/layout/default"/>
    <dgm:cxn modelId="{14E56FFE-89D1-4F4E-94F7-8D19093ECF52}" type="presOf" srcId="{18FDBAAA-EE5D-4F2B-9A53-18C7982E17BF}" destId="{E75BFBC6-F299-43D6-8898-FE9DE592C363}" srcOrd="0" destOrd="0" presId="urn:microsoft.com/office/officeart/2005/8/layout/default"/>
    <dgm:cxn modelId="{EDEAD43B-BD46-4B5F-8056-CD2264BC50BF}" type="presParOf" srcId="{ADD8D3DE-6CCF-41FD-BDB2-262AEBF2B9C8}" destId="{E75BFBC6-F299-43D6-8898-FE9DE592C363}" srcOrd="0" destOrd="0" presId="urn:microsoft.com/office/officeart/2005/8/layout/default"/>
    <dgm:cxn modelId="{A10BCAA5-2309-44C4-8081-693A747389A4}" type="presParOf" srcId="{ADD8D3DE-6CCF-41FD-BDB2-262AEBF2B9C8}" destId="{D372A6EF-5BBA-447A-AD62-0E3A2DD68739}" srcOrd="1" destOrd="0" presId="urn:microsoft.com/office/officeart/2005/8/layout/default"/>
    <dgm:cxn modelId="{B4A8C719-5183-4571-BCEB-07F4E47A7668}" type="presParOf" srcId="{ADD8D3DE-6CCF-41FD-BDB2-262AEBF2B9C8}" destId="{52695972-04AE-44E3-BA2A-19235983CF0F}" srcOrd="2" destOrd="0" presId="urn:microsoft.com/office/officeart/2005/8/layout/default"/>
    <dgm:cxn modelId="{425D37AE-353C-48FA-A42D-76848203BFBB}" type="presParOf" srcId="{ADD8D3DE-6CCF-41FD-BDB2-262AEBF2B9C8}" destId="{D8A6B212-2EE1-41D5-8983-421378AFBD77}" srcOrd="3" destOrd="0" presId="urn:microsoft.com/office/officeart/2005/8/layout/default"/>
    <dgm:cxn modelId="{0C81D01D-A129-4A3C-BD2A-6EB316B69749}" type="presParOf" srcId="{ADD8D3DE-6CCF-41FD-BDB2-262AEBF2B9C8}" destId="{91E424A8-941D-4A82-B99B-9BB1DD03511B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BB9B43D-1935-4BF8-A671-F311907C885C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5CA9E85-A6F4-40E9-B50B-8C1A79F3F633}">
      <dgm:prSet/>
      <dgm:spPr/>
      <dgm:t>
        <a:bodyPr/>
        <a:lstStyle/>
        <a:p>
          <a:r>
            <a:rPr lang="en-US"/>
            <a:t>Mensagem pedindo dinheiro com urgência</a:t>
          </a:r>
        </a:p>
      </dgm:t>
    </dgm:pt>
    <dgm:pt modelId="{A81522E2-9C14-4D0A-BE5B-41F56729F233}" type="parTrans" cxnId="{EAB030CB-8E05-4F18-B474-3607D8531D1D}">
      <dgm:prSet/>
      <dgm:spPr/>
      <dgm:t>
        <a:bodyPr/>
        <a:lstStyle/>
        <a:p>
          <a:endParaRPr lang="en-US"/>
        </a:p>
      </dgm:t>
    </dgm:pt>
    <dgm:pt modelId="{89719F51-1EC0-41B4-84FF-DE39ED28BB03}" type="sibTrans" cxnId="{EAB030CB-8E05-4F18-B474-3607D8531D1D}">
      <dgm:prSet/>
      <dgm:spPr/>
      <dgm:t>
        <a:bodyPr/>
        <a:lstStyle/>
        <a:p>
          <a:endParaRPr lang="en-US"/>
        </a:p>
      </dgm:t>
    </dgm:pt>
    <dgm:pt modelId="{73D79DC3-A6DF-4AAB-83BD-CE5F5E56AFEC}">
      <dgm:prSet/>
      <dgm:spPr/>
      <dgm:t>
        <a:bodyPr/>
        <a:lstStyle/>
        <a:p>
          <a:r>
            <a:rPr lang="en-US"/>
            <a:t>O que você faria?</a:t>
          </a:r>
        </a:p>
      </dgm:t>
    </dgm:pt>
    <dgm:pt modelId="{5F047194-09A8-43C0-A7F1-0B398264D8B4}" type="parTrans" cxnId="{6C181F20-D9E0-423B-B543-C7188C45A7B7}">
      <dgm:prSet/>
      <dgm:spPr/>
      <dgm:t>
        <a:bodyPr/>
        <a:lstStyle/>
        <a:p>
          <a:endParaRPr lang="en-US"/>
        </a:p>
      </dgm:t>
    </dgm:pt>
    <dgm:pt modelId="{67332422-14A6-4F3A-9924-78D3570213CE}" type="sibTrans" cxnId="{6C181F20-D9E0-423B-B543-C7188C45A7B7}">
      <dgm:prSet/>
      <dgm:spPr/>
      <dgm:t>
        <a:bodyPr/>
        <a:lstStyle/>
        <a:p>
          <a:endParaRPr lang="en-US"/>
        </a:p>
      </dgm:t>
    </dgm:pt>
    <dgm:pt modelId="{5004604B-42B6-4CB1-9606-7F9F615F0C9D}" type="pres">
      <dgm:prSet presAssocID="{FBB9B43D-1935-4BF8-A671-F311907C885C}" presName="Name0" presStyleCnt="0">
        <dgm:presLayoutVars>
          <dgm:dir/>
          <dgm:animLvl val="lvl"/>
          <dgm:resizeHandles val="exact"/>
        </dgm:presLayoutVars>
      </dgm:prSet>
      <dgm:spPr/>
    </dgm:pt>
    <dgm:pt modelId="{61CAC881-E7B0-4FF1-99FA-BE6199005F6A}" type="pres">
      <dgm:prSet presAssocID="{73D79DC3-A6DF-4AAB-83BD-CE5F5E56AFEC}" presName="boxAndChildren" presStyleCnt="0"/>
      <dgm:spPr/>
    </dgm:pt>
    <dgm:pt modelId="{7D260EE1-D242-46AB-98F4-D8DD614E4949}" type="pres">
      <dgm:prSet presAssocID="{73D79DC3-A6DF-4AAB-83BD-CE5F5E56AFEC}" presName="parentTextBox" presStyleLbl="node1" presStyleIdx="0" presStyleCnt="2"/>
      <dgm:spPr/>
    </dgm:pt>
    <dgm:pt modelId="{BA08FB88-BEEC-4481-92A6-EC4FA1936BA2}" type="pres">
      <dgm:prSet presAssocID="{89719F51-1EC0-41B4-84FF-DE39ED28BB03}" presName="sp" presStyleCnt="0"/>
      <dgm:spPr/>
    </dgm:pt>
    <dgm:pt modelId="{C2647F41-872C-443F-A2C8-3E33903E51BF}" type="pres">
      <dgm:prSet presAssocID="{05CA9E85-A6F4-40E9-B50B-8C1A79F3F633}" presName="arrowAndChildren" presStyleCnt="0"/>
      <dgm:spPr/>
    </dgm:pt>
    <dgm:pt modelId="{AEF7E728-D253-41FF-AB39-AC0A821101E8}" type="pres">
      <dgm:prSet presAssocID="{05CA9E85-A6F4-40E9-B50B-8C1A79F3F633}" presName="parentTextArrow" presStyleLbl="node1" presStyleIdx="1" presStyleCnt="2"/>
      <dgm:spPr/>
    </dgm:pt>
  </dgm:ptLst>
  <dgm:cxnLst>
    <dgm:cxn modelId="{6C181F20-D9E0-423B-B543-C7188C45A7B7}" srcId="{FBB9B43D-1935-4BF8-A671-F311907C885C}" destId="{73D79DC3-A6DF-4AAB-83BD-CE5F5E56AFEC}" srcOrd="1" destOrd="0" parTransId="{5F047194-09A8-43C0-A7F1-0B398264D8B4}" sibTransId="{67332422-14A6-4F3A-9924-78D3570213CE}"/>
    <dgm:cxn modelId="{CE962221-68CE-42D2-9A86-BFCDF62D0C45}" type="presOf" srcId="{73D79DC3-A6DF-4AAB-83BD-CE5F5E56AFEC}" destId="{7D260EE1-D242-46AB-98F4-D8DD614E4949}" srcOrd="0" destOrd="0" presId="urn:microsoft.com/office/officeart/2005/8/layout/process4"/>
    <dgm:cxn modelId="{B3D23986-5AD8-4050-92E7-E241C4C31BF5}" type="presOf" srcId="{FBB9B43D-1935-4BF8-A671-F311907C885C}" destId="{5004604B-42B6-4CB1-9606-7F9F615F0C9D}" srcOrd="0" destOrd="0" presId="urn:microsoft.com/office/officeart/2005/8/layout/process4"/>
    <dgm:cxn modelId="{EAB030CB-8E05-4F18-B474-3607D8531D1D}" srcId="{FBB9B43D-1935-4BF8-A671-F311907C885C}" destId="{05CA9E85-A6F4-40E9-B50B-8C1A79F3F633}" srcOrd="0" destOrd="0" parTransId="{A81522E2-9C14-4D0A-BE5B-41F56729F233}" sibTransId="{89719F51-1EC0-41B4-84FF-DE39ED28BB03}"/>
    <dgm:cxn modelId="{9A5F8BCD-7167-4954-B14A-9830C6D1D2DF}" type="presOf" srcId="{05CA9E85-A6F4-40E9-B50B-8C1A79F3F633}" destId="{AEF7E728-D253-41FF-AB39-AC0A821101E8}" srcOrd="0" destOrd="0" presId="urn:microsoft.com/office/officeart/2005/8/layout/process4"/>
    <dgm:cxn modelId="{1B9DA234-4BAC-42C8-818F-9E90C101D934}" type="presParOf" srcId="{5004604B-42B6-4CB1-9606-7F9F615F0C9D}" destId="{61CAC881-E7B0-4FF1-99FA-BE6199005F6A}" srcOrd="0" destOrd="0" presId="urn:microsoft.com/office/officeart/2005/8/layout/process4"/>
    <dgm:cxn modelId="{38E3E6A9-129D-486D-A23B-6200043EC884}" type="presParOf" srcId="{61CAC881-E7B0-4FF1-99FA-BE6199005F6A}" destId="{7D260EE1-D242-46AB-98F4-D8DD614E4949}" srcOrd="0" destOrd="0" presId="urn:microsoft.com/office/officeart/2005/8/layout/process4"/>
    <dgm:cxn modelId="{3CED54A4-31E2-4713-8917-4FEF7CA44F4D}" type="presParOf" srcId="{5004604B-42B6-4CB1-9606-7F9F615F0C9D}" destId="{BA08FB88-BEEC-4481-92A6-EC4FA1936BA2}" srcOrd="1" destOrd="0" presId="urn:microsoft.com/office/officeart/2005/8/layout/process4"/>
    <dgm:cxn modelId="{41DB286B-D362-4A6D-908C-2B8A084D345C}" type="presParOf" srcId="{5004604B-42B6-4CB1-9606-7F9F615F0C9D}" destId="{C2647F41-872C-443F-A2C8-3E33903E51BF}" srcOrd="2" destOrd="0" presId="urn:microsoft.com/office/officeart/2005/8/layout/process4"/>
    <dgm:cxn modelId="{0405D2FA-5710-4640-A45B-3663F1463566}" type="presParOf" srcId="{C2647F41-872C-443F-A2C8-3E33903E51BF}" destId="{AEF7E728-D253-41FF-AB39-AC0A821101E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4676FA9-1A7D-4F18-8432-BF67D6AB0B9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FAA02DD-2049-4047-A0E4-0BDDB4C55335}">
      <dgm:prSet/>
      <dgm:spPr/>
      <dgm:t>
        <a:bodyPr/>
        <a:lstStyle/>
        <a:p>
          <a:r>
            <a:rPr lang="en-US"/>
            <a:t>Informação é proteção</a:t>
          </a:r>
        </a:p>
      </dgm:t>
    </dgm:pt>
    <dgm:pt modelId="{8A34B5FB-342B-4D27-A68E-2CC255235DAA}" type="parTrans" cxnId="{A753F40C-44A8-431B-93C8-99FF828B9276}">
      <dgm:prSet/>
      <dgm:spPr/>
      <dgm:t>
        <a:bodyPr/>
        <a:lstStyle/>
        <a:p>
          <a:endParaRPr lang="en-US"/>
        </a:p>
      </dgm:t>
    </dgm:pt>
    <dgm:pt modelId="{CA794414-D86E-4A89-9A20-4F320BC6D7FD}" type="sibTrans" cxnId="{A753F40C-44A8-431B-93C8-99FF828B9276}">
      <dgm:prSet/>
      <dgm:spPr/>
      <dgm:t>
        <a:bodyPr/>
        <a:lstStyle/>
        <a:p>
          <a:endParaRPr lang="en-US"/>
        </a:p>
      </dgm:t>
    </dgm:pt>
    <dgm:pt modelId="{8263D865-3F55-48E8-AE34-9AE5C2D4D6D4}">
      <dgm:prSet/>
      <dgm:spPr/>
      <dgm:t>
        <a:bodyPr/>
        <a:lstStyle/>
        <a:p>
          <a:r>
            <a:rPr lang="en-US"/>
            <a:t>Desconfie sempre</a:t>
          </a:r>
        </a:p>
      </dgm:t>
    </dgm:pt>
    <dgm:pt modelId="{B1868D72-976A-45D1-A975-6148051310F4}" type="parTrans" cxnId="{9625C424-4533-4763-85B7-01C0CD11F5A6}">
      <dgm:prSet/>
      <dgm:spPr/>
      <dgm:t>
        <a:bodyPr/>
        <a:lstStyle/>
        <a:p>
          <a:endParaRPr lang="en-US"/>
        </a:p>
      </dgm:t>
    </dgm:pt>
    <dgm:pt modelId="{98EE399E-5D0E-4475-A2F2-8B36A2AD2EF9}" type="sibTrans" cxnId="{9625C424-4533-4763-85B7-01C0CD11F5A6}">
      <dgm:prSet/>
      <dgm:spPr/>
      <dgm:t>
        <a:bodyPr/>
        <a:lstStyle/>
        <a:p>
          <a:endParaRPr lang="en-US"/>
        </a:p>
      </dgm:t>
    </dgm:pt>
    <dgm:pt modelId="{706C99AD-A0DE-41F4-8CED-154E25CB5189}">
      <dgm:prSet/>
      <dgm:spPr/>
      <dgm:t>
        <a:bodyPr/>
        <a:lstStyle/>
        <a:p>
          <a:r>
            <a:rPr lang="en-US"/>
            <a:t>Peça ajuda quando precisar</a:t>
          </a:r>
        </a:p>
      </dgm:t>
    </dgm:pt>
    <dgm:pt modelId="{A362D901-B9C0-4D8F-A43D-A5E9D09F1A0C}" type="parTrans" cxnId="{85E84563-F6BA-4561-A4A6-79473D69FD21}">
      <dgm:prSet/>
      <dgm:spPr/>
      <dgm:t>
        <a:bodyPr/>
        <a:lstStyle/>
        <a:p>
          <a:endParaRPr lang="en-US"/>
        </a:p>
      </dgm:t>
    </dgm:pt>
    <dgm:pt modelId="{39EF6C13-8E42-4D7B-848E-A44A1867A069}" type="sibTrans" cxnId="{85E84563-F6BA-4561-A4A6-79473D69FD21}">
      <dgm:prSet/>
      <dgm:spPr/>
      <dgm:t>
        <a:bodyPr/>
        <a:lstStyle/>
        <a:p>
          <a:endParaRPr lang="en-US"/>
        </a:p>
      </dgm:t>
    </dgm:pt>
    <dgm:pt modelId="{7A84B6D3-FF7D-4811-A50D-8277C50E3F63}" type="pres">
      <dgm:prSet presAssocID="{44676FA9-1A7D-4F18-8432-BF67D6AB0B91}" presName="linear" presStyleCnt="0">
        <dgm:presLayoutVars>
          <dgm:animLvl val="lvl"/>
          <dgm:resizeHandles val="exact"/>
        </dgm:presLayoutVars>
      </dgm:prSet>
      <dgm:spPr/>
    </dgm:pt>
    <dgm:pt modelId="{D51E856E-DBDA-409E-847F-6C8FDDB38E1F}" type="pres">
      <dgm:prSet presAssocID="{BFAA02DD-2049-4047-A0E4-0BDDB4C5533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C85E5F9-C5D4-4D40-A85D-4F69527756F3}" type="pres">
      <dgm:prSet presAssocID="{CA794414-D86E-4A89-9A20-4F320BC6D7FD}" presName="spacer" presStyleCnt="0"/>
      <dgm:spPr/>
    </dgm:pt>
    <dgm:pt modelId="{BDE1239A-7FD9-4B80-B11A-DDDED1548802}" type="pres">
      <dgm:prSet presAssocID="{8263D865-3F55-48E8-AE34-9AE5C2D4D6D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9E496EC-0135-4148-BDE3-FE1CD693E8CF}" type="pres">
      <dgm:prSet presAssocID="{98EE399E-5D0E-4475-A2F2-8B36A2AD2EF9}" presName="spacer" presStyleCnt="0"/>
      <dgm:spPr/>
    </dgm:pt>
    <dgm:pt modelId="{1A2A0F80-5B5A-4B8B-ADDE-5B7CD2A46B4F}" type="pres">
      <dgm:prSet presAssocID="{706C99AD-A0DE-41F4-8CED-154E25CB518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753F40C-44A8-431B-93C8-99FF828B9276}" srcId="{44676FA9-1A7D-4F18-8432-BF67D6AB0B91}" destId="{BFAA02DD-2049-4047-A0E4-0BDDB4C55335}" srcOrd="0" destOrd="0" parTransId="{8A34B5FB-342B-4D27-A68E-2CC255235DAA}" sibTransId="{CA794414-D86E-4A89-9A20-4F320BC6D7FD}"/>
    <dgm:cxn modelId="{9625C424-4533-4763-85B7-01C0CD11F5A6}" srcId="{44676FA9-1A7D-4F18-8432-BF67D6AB0B91}" destId="{8263D865-3F55-48E8-AE34-9AE5C2D4D6D4}" srcOrd="1" destOrd="0" parTransId="{B1868D72-976A-45D1-A975-6148051310F4}" sibTransId="{98EE399E-5D0E-4475-A2F2-8B36A2AD2EF9}"/>
    <dgm:cxn modelId="{85E84563-F6BA-4561-A4A6-79473D69FD21}" srcId="{44676FA9-1A7D-4F18-8432-BF67D6AB0B91}" destId="{706C99AD-A0DE-41F4-8CED-154E25CB5189}" srcOrd="2" destOrd="0" parTransId="{A362D901-B9C0-4D8F-A43D-A5E9D09F1A0C}" sibTransId="{39EF6C13-8E42-4D7B-848E-A44A1867A069}"/>
    <dgm:cxn modelId="{B9AC149E-1912-492D-A37B-790414A4992B}" type="presOf" srcId="{BFAA02DD-2049-4047-A0E4-0BDDB4C55335}" destId="{D51E856E-DBDA-409E-847F-6C8FDDB38E1F}" srcOrd="0" destOrd="0" presId="urn:microsoft.com/office/officeart/2005/8/layout/vList2"/>
    <dgm:cxn modelId="{4D12BBC9-A06C-4A89-AE25-463F636359C7}" type="presOf" srcId="{44676FA9-1A7D-4F18-8432-BF67D6AB0B91}" destId="{7A84B6D3-FF7D-4811-A50D-8277C50E3F63}" srcOrd="0" destOrd="0" presId="urn:microsoft.com/office/officeart/2005/8/layout/vList2"/>
    <dgm:cxn modelId="{5F1D22DF-BEF6-4801-B9CD-D17BF73FC3C4}" type="presOf" srcId="{8263D865-3F55-48E8-AE34-9AE5C2D4D6D4}" destId="{BDE1239A-7FD9-4B80-B11A-DDDED1548802}" srcOrd="0" destOrd="0" presId="urn:microsoft.com/office/officeart/2005/8/layout/vList2"/>
    <dgm:cxn modelId="{F10038EC-5421-4E77-A99E-1B32C4E4D765}" type="presOf" srcId="{706C99AD-A0DE-41F4-8CED-154E25CB5189}" destId="{1A2A0F80-5B5A-4B8B-ADDE-5B7CD2A46B4F}" srcOrd="0" destOrd="0" presId="urn:microsoft.com/office/officeart/2005/8/layout/vList2"/>
    <dgm:cxn modelId="{10A0AF37-46D5-4DB1-BE17-7394151EE37B}" type="presParOf" srcId="{7A84B6D3-FF7D-4811-A50D-8277C50E3F63}" destId="{D51E856E-DBDA-409E-847F-6C8FDDB38E1F}" srcOrd="0" destOrd="0" presId="urn:microsoft.com/office/officeart/2005/8/layout/vList2"/>
    <dgm:cxn modelId="{C6332DF6-2BAE-4398-9CB6-A55CE06B8913}" type="presParOf" srcId="{7A84B6D3-FF7D-4811-A50D-8277C50E3F63}" destId="{4C85E5F9-C5D4-4D40-A85D-4F69527756F3}" srcOrd="1" destOrd="0" presId="urn:microsoft.com/office/officeart/2005/8/layout/vList2"/>
    <dgm:cxn modelId="{BDC234BE-1B5E-4CD4-A410-AC26F527FDE7}" type="presParOf" srcId="{7A84B6D3-FF7D-4811-A50D-8277C50E3F63}" destId="{BDE1239A-7FD9-4B80-B11A-DDDED1548802}" srcOrd="2" destOrd="0" presId="urn:microsoft.com/office/officeart/2005/8/layout/vList2"/>
    <dgm:cxn modelId="{2C9BF619-32FB-4C68-969C-04C656915442}" type="presParOf" srcId="{7A84B6D3-FF7D-4811-A50D-8277C50E3F63}" destId="{D9E496EC-0135-4148-BDE3-FE1CD693E8CF}" srcOrd="3" destOrd="0" presId="urn:microsoft.com/office/officeart/2005/8/layout/vList2"/>
    <dgm:cxn modelId="{62A92BF6-7B2D-432A-9698-D149D4A0260E}" type="presParOf" srcId="{7A84B6D3-FF7D-4811-A50D-8277C50E3F63}" destId="{1A2A0F80-5B5A-4B8B-ADDE-5B7CD2A46B4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B6EA7D-30D8-40DE-BDFE-D0FAD900284D}">
      <dsp:nvSpPr>
        <dsp:cNvPr id="0" name=""/>
        <dsp:cNvSpPr/>
      </dsp:nvSpPr>
      <dsp:spPr>
        <a:xfrm>
          <a:off x="464150" y="975738"/>
          <a:ext cx="1166625" cy="116662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1F2587-CE16-4CCB-8332-ECCC95E68869}">
      <dsp:nvSpPr>
        <dsp:cNvPr id="0" name=""/>
        <dsp:cNvSpPr/>
      </dsp:nvSpPr>
      <dsp:spPr>
        <a:xfrm>
          <a:off x="712775" y="1224363"/>
          <a:ext cx="669375" cy="6693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C8D1F8-C766-4674-82C0-C8CE72CB5E7E}">
      <dsp:nvSpPr>
        <dsp:cNvPr id="0" name=""/>
        <dsp:cNvSpPr/>
      </dsp:nvSpPr>
      <dsp:spPr>
        <a:xfrm>
          <a:off x="91213" y="2505739"/>
          <a:ext cx="191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Reconhecer golpes digitais</a:t>
          </a:r>
        </a:p>
      </dsp:txBody>
      <dsp:txXfrm>
        <a:off x="91213" y="2505739"/>
        <a:ext cx="1912500" cy="720000"/>
      </dsp:txXfrm>
    </dsp:sp>
    <dsp:sp modelId="{43DA7163-B1D9-41ED-A090-AE4CD0625CAD}">
      <dsp:nvSpPr>
        <dsp:cNvPr id="0" name=""/>
        <dsp:cNvSpPr/>
      </dsp:nvSpPr>
      <dsp:spPr>
        <a:xfrm>
          <a:off x="2711338" y="975738"/>
          <a:ext cx="1166625" cy="116662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7E3B8A-D653-4CCB-929F-839C2ACB2FD8}">
      <dsp:nvSpPr>
        <dsp:cNvPr id="0" name=""/>
        <dsp:cNvSpPr/>
      </dsp:nvSpPr>
      <dsp:spPr>
        <a:xfrm>
          <a:off x="2959963" y="1224363"/>
          <a:ext cx="669375" cy="6693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7EBC4A-65D3-49C3-9C41-4D79E813FFDA}">
      <dsp:nvSpPr>
        <dsp:cNvPr id="0" name=""/>
        <dsp:cNvSpPr/>
      </dsp:nvSpPr>
      <dsp:spPr>
        <a:xfrm>
          <a:off x="2338400" y="2505739"/>
          <a:ext cx="191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Identificar fake news</a:t>
          </a:r>
        </a:p>
      </dsp:txBody>
      <dsp:txXfrm>
        <a:off x="2338400" y="2505739"/>
        <a:ext cx="1912500" cy="720000"/>
      </dsp:txXfrm>
    </dsp:sp>
    <dsp:sp modelId="{1D7B360C-49D1-4C17-94D3-D850075FD106}">
      <dsp:nvSpPr>
        <dsp:cNvPr id="0" name=""/>
        <dsp:cNvSpPr/>
      </dsp:nvSpPr>
      <dsp:spPr>
        <a:xfrm>
          <a:off x="4958525" y="975738"/>
          <a:ext cx="1166625" cy="116662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13B8FD-4620-497A-AC23-8A070C237FFC}">
      <dsp:nvSpPr>
        <dsp:cNvPr id="0" name=""/>
        <dsp:cNvSpPr/>
      </dsp:nvSpPr>
      <dsp:spPr>
        <a:xfrm>
          <a:off x="5207150" y="1224363"/>
          <a:ext cx="669375" cy="6693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B9EF8B-9500-41DD-9F82-10FC4EFF6F5C}">
      <dsp:nvSpPr>
        <dsp:cNvPr id="0" name=""/>
        <dsp:cNvSpPr/>
      </dsp:nvSpPr>
      <dsp:spPr>
        <a:xfrm>
          <a:off x="4585588" y="2505739"/>
          <a:ext cx="191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Usar a internet com mais segurança</a:t>
          </a:r>
        </a:p>
      </dsp:txBody>
      <dsp:txXfrm>
        <a:off x="4585588" y="2505739"/>
        <a:ext cx="19125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E43EC1-0CDB-436A-8F56-25B55F431DDF}">
      <dsp:nvSpPr>
        <dsp:cNvPr id="0" name=""/>
        <dsp:cNvSpPr/>
      </dsp:nvSpPr>
      <dsp:spPr>
        <a:xfrm>
          <a:off x="460998" y="975739"/>
          <a:ext cx="1166625" cy="11666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833DB6-BD0A-4C30-A72B-004FEC928F24}">
      <dsp:nvSpPr>
        <dsp:cNvPr id="0" name=""/>
        <dsp:cNvSpPr/>
      </dsp:nvSpPr>
      <dsp:spPr>
        <a:xfrm>
          <a:off x="709623" y="1224364"/>
          <a:ext cx="669375" cy="6693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F38EB5-22CF-4251-8BE0-AB65F267AA4B}">
      <dsp:nvSpPr>
        <dsp:cNvPr id="0" name=""/>
        <dsp:cNvSpPr/>
      </dsp:nvSpPr>
      <dsp:spPr>
        <a:xfrm>
          <a:off x="88060" y="2505739"/>
          <a:ext cx="191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Proteção de dados pessoais</a:t>
          </a:r>
        </a:p>
      </dsp:txBody>
      <dsp:txXfrm>
        <a:off x="88060" y="2505739"/>
        <a:ext cx="1912500" cy="720000"/>
      </dsp:txXfrm>
    </dsp:sp>
    <dsp:sp modelId="{279732D0-0C68-403A-A7DC-B7798EBD4F5C}">
      <dsp:nvSpPr>
        <dsp:cNvPr id="0" name=""/>
        <dsp:cNvSpPr/>
      </dsp:nvSpPr>
      <dsp:spPr>
        <a:xfrm>
          <a:off x="2708185" y="975739"/>
          <a:ext cx="1166625" cy="11666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11E3D1-3EFF-4531-A4E0-AA821A7BD423}">
      <dsp:nvSpPr>
        <dsp:cNvPr id="0" name=""/>
        <dsp:cNvSpPr/>
      </dsp:nvSpPr>
      <dsp:spPr>
        <a:xfrm>
          <a:off x="2956810" y="1224364"/>
          <a:ext cx="669375" cy="6693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3CBAC6-73D5-43A0-8F6A-850BC14326D6}">
      <dsp:nvSpPr>
        <dsp:cNvPr id="0" name=""/>
        <dsp:cNvSpPr/>
      </dsp:nvSpPr>
      <dsp:spPr>
        <a:xfrm>
          <a:off x="2335248" y="2505739"/>
          <a:ext cx="191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Evitar golpes e fraudes</a:t>
          </a:r>
        </a:p>
      </dsp:txBody>
      <dsp:txXfrm>
        <a:off x="2335248" y="2505739"/>
        <a:ext cx="1912500" cy="720000"/>
      </dsp:txXfrm>
    </dsp:sp>
    <dsp:sp modelId="{48B1D38F-58AD-4E86-B651-7587EEC06942}">
      <dsp:nvSpPr>
        <dsp:cNvPr id="0" name=""/>
        <dsp:cNvSpPr/>
      </dsp:nvSpPr>
      <dsp:spPr>
        <a:xfrm>
          <a:off x="4955373" y="975739"/>
          <a:ext cx="1166625" cy="11666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F52489-1A04-43DA-84BB-03DE85ADFEE9}">
      <dsp:nvSpPr>
        <dsp:cNvPr id="0" name=""/>
        <dsp:cNvSpPr/>
      </dsp:nvSpPr>
      <dsp:spPr>
        <a:xfrm>
          <a:off x="5203998" y="1224364"/>
          <a:ext cx="669375" cy="6693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5BD827-6FC0-477B-AFE6-7C71D489B926}">
      <dsp:nvSpPr>
        <dsp:cNvPr id="0" name=""/>
        <dsp:cNvSpPr/>
      </dsp:nvSpPr>
      <dsp:spPr>
        <a:xfrm>
          <a:off x="4582436" y="2505739"/>
          <a:ext cx="191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Atenção ao usar a internet</a:t>
          </a:r>
        </a:p>
      </dsp:txBody>
      <dsp:txXfrm>
        <a:off x="4582436" y="2505739"/>
        <a:ext cx="19125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EDDEA3-88F5-4C38-90B0-08A672EA714F}">
      <dsp:nvSpPr>
        <dsp:cNvPr id="0" name=""/>
        <dsp:cNvSpPr/>
      </dsp:nvSpPr>
      <dsp:spPr>
        <a:xfrm>
          <a:off x="0" y="3927"/>
          <a:ext cx="4492602" cy="167075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Golpe do WhatsApp</a:t>
          </a:r>
        </a:p>
      </dsp:txBody>
      <dsp:txXfrm>
        <a:off x="81560" y="85487"/>
        <a:ext cx="4329482" cy="1507639"/>
      </dsp:txXfrm>
    </dsp:sp>
    <dsp:sp modelId="{1987079E-8EB3-41A7-B279-D37992F12CFF}">
      <dsp:nvSpPr>
        <dsp:cNvPr id="0" name=""/>
        <dsp:cNvSpPr/>
      </dsp:nvSpPr>
      <dsp:spPr>
        <a:xfrm>
          <a:off x="0" y="1795647"/>
          <a:ext cx="4492602" cy="1670759"/>
        </a:xfrm>
        <a:prstGeom prst="roundRect">
          <a:avLst/>
        </a:prstGeom>
        <a:solidFill>
          <a:schemeClr val="accent2">
            <a:hueOff val="-3712334"/>
            <a:satOff val="1211"/>
            <a:lumOff val="-1079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Falsos prêmios</a:t>
          </a:r>
        </a:p>
      </dsp:txBody>
      <dsp:txXfrm>
        <a:off x="81560" y="1877207"/>
        <a:ext cx="4329482" cy="1507639"/>
      </dsp:txXfrm>
    </dsp:sp>
    <dsp:sp modelId="{17087B59-6607-4EDC-BC50-4D7B505C8B70}">
      <dsp:nvSpPr>
        <dsp:cNvPr id="0" name=""/>
        <dsp:cNvSpPr/>
      </dsp:nvSpPr>
      <dsp:spPr>
        <a:xfrm>
          <a:off x="0" y="3587367"/>
          <a:ext cx="4492602" cy="1670759"/>
        </a:xfrm>
        <a:prstGeom prst="roundRect">
          <a:avLst/>
        </a:prstGeom>
        <a:solidFill>
          <a:schemeClr val="accent2">
            <a:hueOff val="-7424668"/>
            <a:satOff val="2422"/>
            <a:lumOff val="-2157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Falsos bancos e PIX</a:t>
          </a:r>
        </a:p>
      </dsp:txBody>
      <dsp:txXfrm>
        <a:off x="81560" y="3668927"/>
        <a:ext cx="4329482" cy="150763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C708E7-8D0B-4BE5-8708-76878B6EE2CA}">
      <dsp:nvSpPr>
        <dsp:cNvPr id="0" name=""/>
        <dsp:cNvSpPr/>
      </dsp:nvSpPr>
      <dsp:spPr>
        <a:xfrm>
          <a:off x="460998" y="975739"/>
          <a:ext cx="1166625" cy="11666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EB12AC-B87B-4E9E-AFC3-85DC76526152}">
      <dsp:nvSpPr>
        <dsp:cNvPr id="0" name=""/>
        <dsp:cNvSpPr/>
      </dsp:nvSpPr>
      <dsp:spPr>
        <a:xfrm>
          <a:off x="709623" y="1224364"/>
          <a:ext cx="669375" cy="6693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D21537-EB7D-4D17-A13C-4C0862AAD597}">
      <dsp:nvSpPr>
        <dsp:cNvPr id="0" name=""/>
        <dsp:cNvSpPr/>
      </dsp:nvSpPr>
      <dsp:spPr>
        <a:xfrm>
          <a:off x="88060" y="2505739"/>
          <a:ext cx="191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Nunca compartilhar senhas</a:t>
          </a:r>
        </a:p>
      </dsp:txBody>
      <dsp:txXfrm>
        <a:off x="88060" y="2505739"/>
        <a:ext cx="1912500" cy="720000"/>
      </dsp:txXfrm>
    </dsp:sp>
    <dsp:sp modelId="{5B78724E-FD5A-4A76-B180-E2D0724CC3FC}">
      <dsp:nvSpPr>
        <dsp:cNvPr id="0" name=""/>
        <dsp:cNvSpPr/>
      </dsp:nvSpPr>
      <dsp:spPr>
        <a:xfrm>
          <a:off x="2708185" y="975739"/>
          <a:ext cx="1166625" cy="11666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B3A24B-AD15-42A5-9C4D-B13DEBEB41E9}">
      <dsp:nvSpPr>
        <dsp:cNvPr id="0" name=""/>
        <dsp:cNvSpPr/>
      </dsp:nvSpPr>
      <dsp:spPr>
        <a:xfrm>
          <a:off x="2956810" y="1224364"/>
          <a:ext cx="669375" cy="6693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50E91E-C804-4BB1-B056-D1FBC37F995C}">
      <dsp:nvSpPr>
        <dsp:cNvPr id="0" name=""/>
        <dsp:cNvSpPr/>
      </dsp:nvSpPr>
      <dsp:spPr>
        <a:xfrm>
          <a:off x="2335248" y="2505739"/>
          <a:ext cx="191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Desconfiar de urgência</a:t>
          </a:r>
        </a:p>
      </dsp:txBody>
      <dsp:txXfrm>
        <a:off x="2335248" y="2505739"/>
        <a:ext cx="1912500" cy="720000"/>
      </dsp:txXfrm>
    </dsp:sp>
    <dsp:sp modelId="{1AC9D97D-9112-4C0E-BC53-3BCCE4380C1E}">
      <dsp:nvSpPr>
        <dsp:cNvPr id="0" name=""/>
        <dsp:cNvSpPr/>
      </dsp:nvSpPr>
      <dsp:spPr>
        <a:xfrm>
          <a:off x="4955373" y="975739"/>
          <a:ext cx="1166625" cy="11666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74FE45-19D6-4F2B-85A8-3C6567265D98}">
      <dsp:nvSpPr>
        <dsp:cNvPr id="0" name=""/>
        <dsp:cNvSpPr/>
      </dsp:nvSpPr>
      <dsp:spPr>
        <a:xfrm>
          <a:off x="5203998" y="1224364"/>
          <a:ext cx="669375" cy="6693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7996C0-272D-48F5-B864-ADA3D06F320E}">
      <dsp:nvSpPr>
        <dsp:cNvPr id="0" name=""/>
        <dsp:cNvSpPr/>
      </dsp:nvSpPr>
      <dsp:spPr>
        <a:xfrm>
          <a:off x="4582436" y="2505739"/>
          <a:ext cx="191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Confirmar informações</a:t>
          </a:r>
        </a:p>
      </dsp:txBody>
      <dsp:txXfrm>
        <a:off x="4582436" y="2505739"/>
        <a:ext cx="19125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B9AB46-D40E-43FA-80BA-9253BBED56D9}">
      <dsp:nvSpPr>
        <dsp:cNvPr id="0" name=""/>
        <dsp:cNvSpPr/>
      </dsp:nvSpPr>
      <dsp:spPr>
        <a:xfrm>
          <a:off x="0" y="3927"/>
          <a:ext cx="4492602" cy="167075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 err="1"/>
            <a:t>Notícias</a:t>
          </a:r>
          <a:r>
            <a:rPr lang="en-US" sz="4200" kern="1200" dirty="0"/>
            <a:t> falsas </a:t>
          </a:r>
          <a:r>
            <a:rPr lang="en-US" sz="4200" kern="1200" dirty="0" err="1"/>
            <a:t>ou</a:t>
          </a:r>
          <a:r>
            <a:rPr lang="en-US" sz="4200" kern="1200" dirty="0"/>
            <a:t> </a:t>
          </a:r>
          <a:r>
            <a:rPr lang="en-US" sz="4200" kern="1200" dirty="0" err="1"/>
            <a:t>distorcidas</a:t>
          </a:r>
          <a:endParaRPr lang="en-US" sz="4200" kern="1200" dirty="0"/>
        </a:p>
      </dsp:txBody>
      <dsp:txXfrm>
        <a:off x="81560" y="85487"/>
        <a:ext cx="4329482" cy="1507639"/>
      </dsp:txXfrm>
    </dsp:sp>
    <dsp:sp modelId="{F182E927-EDD2-471F-A252-B5A4C6F833FB}">
      <dsp:nvSpPr>
        <dsp:cNvPr id="0" name=""/>
        <dsp:cNvSpPr/>
      </dsp:nvSpPr>
      <dsp:spPr>
        <a:xfrm>
          <a:off x="0" y="1795647"/>
          <a:ext cx="4492602" cy="1670759"/>
        </a:xfrm>
        <a:prstGeom prst="roundRect">
          <a:avLst/>
        </a:prstGeom>
        <a:solidFill>
          <a:schemeClr val="accent2">
            <a:hueOff val="-3712334"/>
            <a:satOff val="1211"/>
            <a:lumOff val="-1079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 err="1"/>
            <a:t>Criadas</a:t>
          </a:r>
          <a:r>
            <a:rPr lang="en-US" sz="4200" kern="1200" dirty="0"/>
            <a:t> para </a:t>
          </a:r>
          <a:r>
            <a:rPr lang="en-US" sz="4200" kern="1200" dirty="0" err="1"/>
            <a:t>enganar</a:t>
          </a:r>
          <a:endParaRPr lang="en-US" sz="4200" kern="1200" dirty="0"/>
        </a:p>
      </dsp:txBody>
      <dsp:txXfrm>
        <a:off x="81560" y="1877207"/>
        <a:ext cx="4329482" cy="1507639"/>
      </dsp:txXfrm>
    </dsp:sp>
    <dsp:sp modelId="{7B4D9D7A-7328-4A79-8512-B345C46D675D}">
      <dsp:nvSpPr>
        <dsp:cNvPr id="0" name=""/>
        <dsp:cNvSpPr/>
      </dsp:nvSpPr>
      <dsp:spPr>
        <a:xfrm>
          <a:off x="0" y="3587367"/>
          <a:ext cx="4492602" cy="1670759"/>
        </a:xfrm>
        <a:prstGeom prst="roundRect">
          <a:avLst/>
        </a:prstGeom>
        <a:solidFill>
          <a:schemeClr val="accent2">
            <a:hueOff val="-7424668"/>
            <a:satOff val="2422"/>
            <a:lumOff val="-2157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 err="1"/>
            <a:t>Espalhadas</a:t>
          </a:r>
          <a:r>
            <a:rPr lang="en-US" sz="4200" kern="1200" dirty="0"/>
            <a:t> </a:t>
          </a:r>
          <a:r>
            <a:rPr lang="en-US" sz="4200" kern="1200" dirty="0" err="1"/>
            <a:t>rapidamente</a:t>
          </a:r>
          <a:endParaRPr lang="en-US" sz="4200" kern="1200" dirty="0"/>
        </a:p>
      </dsp:txBody>
      <dsp:txXfrm>
        <a:off x="81560" y="3668927"/>
        <a:ext cx="4329482" cy="150763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60C855-E2CD-4026-A425-FC5096A50DF7}">
      <dsp:nvSpPr>
        <dsp:cNvPr id="0" name=""/>
        <dsp:cNvSpPr/>
      </dsp:nvSpPr>
      <dsp:spPr>
        <a:xfrm>
          <a:off x="0" y="54602"/>
          <a:ext cx="4492602" cy="163697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 err="1"/>
            <a:t>Confira</a:t>
          </a:r>
          <a:r>
            <a:rPr lang="en-US" sz="4200" kern="1200" dirty="0"/>
            <a:t> a </a:t>
          </a:r>
          <a:r>
            <a:rPr lang="en-US" sz="4200" kern="1200" dirty="0" err="1"/>
            <a:t>fonte</a:t>
          </a:r>
          <a:endParaRPr lang="en-US" sz="4200" kern="1200" dirty="0"/>
        </a:p>
      </dsp:txBody>
      <dsp:txXfrm>
        <a:off x="79911" y="134513"/>
        <a:ext cx="4332780" cy="1477154"/>
      </dsp:txXfrm>
    </dsp:sp>
    <dsp:sp modelId="{5A434138-D45E-4DC0-ADF9-58490649E7F3}">
      <dsp:nvSpPr>
        <dsp:cNvPr id="0" name=""/>
        <dsp:cNvSpPr/>
      </dsp:nvSpPr>
      <dsp:spPr>
        <a:xfrm>
          <a:off x="0" y="1812538"/>
          <a:ext cx="4492602" cy="1636976"/>
        </a:xfrm>
        <a:prstGeom prst="roundRect">
          <a:avLst/>
        </a:prstGeom>
        <a:solidFill>
          <a:schemeClr val="accent2">
            <a:hueOff val="-3712334"/>
            <a:satOff val="1211"/>
            <a:lumOff val="-1079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Leia </a:t>
          </a:r>
          <a:r>
            <a:rPr lang="en-US" sz="4200" kern="1200" dirty="0" err="1"/>
            <a:t>além</a:t>
          </a:r>
          <a:r>
            <a:rPr lang="en-US" sz="4200" kern="1200" dirty="0"/>
            <a:t> do </a:t>
          </a:r>
          <a:r>
            <a:rPr lang="en-US" sz="4200" kern="1200" dirty="0" err="1"/>
            <a:t>título</a:t>
          </a:r>
          <a:endParaRPr lang="en-US" sz="4200" kern="1200" dirty="0"/>
        </a:p>
      </dsp:txBody>
      <dsp:txXfrm>
        <a:off x="79911" y="1892449"/>
        <a:ext cx="4332780" cy="1477154"/>
      </dsp:txXfrm>
    </dsp:sp>
    <dsp:sp modelId="{5F030044-394E-4DA1-AEA5-772BF0C5B198}">
      <dsp:nvSpPr>
        <dsp:cNvPr id="0" name=""/>
        <dsp:cNvSpPr/>
      </dsp:nvSpPr>
      <dsp:spPr>
        <a:xfrm>
          <a:off x="0" y="3570475"/>
          <a:ext cx="4492602" cy="1636976"/>
        </a:xfrm>
        <a:prstGeom prst="roundRect">
          <a:avLst/>
        </a:prstGeom>
        <a:solidFill>
          <a:schemeClr val="accent2">
            <a:hueOff val="-7424668"/>
            <a:satOff val="2422"/>
            <a:lumOff val="-2157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Pense no </a:t>
          </a:r>
          <a:r>
            <a:rPr lang="en-US" sz="4200" kern="1200" dirty="0" err="1"/>
            <a:t>impacto</a:t>
          </a:r>
          <a:endParaRPr lang="en-US" sz="4200" kern="1200" dirty="0"/>
        </a:p>
      </dsp:txBody>
      <dsp:txXfrm>
        <a:off x="79911" y="3650386"/>
        <a:ext cx="4332780" cy="147715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5BFBC6-F299-43D6-8898-FE9DE592C363}">
      <dsp:nvSpPr>
        <dsp:cNvPr id="0" name=""/>
        <dsp:cNvSpPr/>
      </dsp:nvSpPr>
      <dsp:spPr>
        <a:xfrm>
          <a:off x="304157" y="518"/>
          <a:ext cx="3231108" cy="193866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Banco </a:t>
          </a:r>
          <a:r>
            <a:rPr lang="en-US" sz="3700" kern="1200" dirty="0" err="1"/>
            <a:t>pede</a:t>
          </a:r>
          <a:r>
            <a:rPr lang="en-US" sz="3700" kern="1200" dirty="0"/>
            <a:t> </a:t>
          </a:r>
          <a:r>
            <a:rPr lang="en-US" sz="3700" kern="1200" dirty="0" err="1"/>
            <a:t>senha</a:t>
          </a:r>
          <a:r>
            <a:rPr lang="en-US" sz="3700" kern="1200" dirty="0"/>
            <a:t> </a:t>
          </a:r>
          <a:r>
            <a:rPr lang="en-US" sz="3700" kern="1200" dirty="0" err="1"/>
            <a:t>por</a:t>
          </a:r>
          <a:r>
            <a:rPr lang="en-US" sz="3700" kern="1200" dirty="0"/>
            <a:t> </a:t>
          </a:r>
          <a:r>
            <a:rPr lang="en-US" sz="3700" kern="1200" dirty="0" err="1"/>
            <a:t>mensagem</a:t>
          </a:r>
          <a:r>
            <a:rPr lang="en-US" sz="3700" kern="1200" dirty="0"/>
            <a:t>?</a:t>
          </a:r>
        </a:p>
      </dsp:txBody>
      <dsp:txXfrm>
        <a:off x="304157" y="518"/>
        <a:ext cx="3231108" cy="1938665"/>
      </dsp:txXfrm>
    </dsp:sp>
    <dsp:sp modelId="{52695972-04AE-44E3-BA2A-19235983CF0F}">
      <dsp:nvSpPr>
        <dsp:cNvPr id="0" name=""/>
        <dsp:cNvSpPr/>
      </dsp:nvSpPr>
      <dsp:spPr>
        <a:xfrm>
          <a:off x="3858376" y="518"/>
          <a:ext cx="3231108" cy="1938665"/>
        </a:xfrm>
        <a:prstGeom prst="rect">
          <a:avLst/>
        </a:prstGeom>
        <a:solidFill>
          <a:schemeClr val="accent5">
            <a:hueOff val="-9534578"/>
            <a:satOff val="2515"/>
            <a:lumOff val="1275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 err="1"/>
            <a:t>Promoção</a:t>
          </a:r>
          <a:r>
            <a:rPr lang="en-US" sz="3700" kern="1200" dirty="0"/>
            <a:t> sempre é real?</a:t>
          </a:r>
        </a:p>
      </dsp:txBody>
      <dsp:txXfrm>
        <a:off x="3858376" y="518"/>
        <a:ext cx="3231108" cy="1938665"/>
      </dsp:txXfrm>
    </dsp:sp>
    <dsp:sp modelId="{91E424A8-941D-4A82-B99B-9BB1DD03511B}">
      <dsp:nvSpPr>
        <dsp:cNvPr id="0" name=""/>
        <dsp:cNvSpPr/>
      </dsp:nvSpPr>
      <dsp:spPr>
        <a:xfrm>
          <a:off x="2081267" y="2262294"/>
          <a:ext cx="3231108" cy="1938665"/>
        </a:xfrm>
        <a:prstGeom prst="rect">
          <a:avLst/>
        </a:prstGeom>
        <a:solidFill>
          <a:schemeClr val="accent5">
            <a:hueOff val="-19069156"/>
            <a:satOff val="5029"/>
            <a:lumOff val="2549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É </a:t>
          </a:r>
          <a:r>
            <a:rPr lang="en-US" sz="3700" kern="1200" dirty="0" err="1"/>
            <a:t>importante</a:t>
          </a:r>
          <a:r>
            <a:rPr lang="en-US" sz="3700" kern="1200" dirty="0"/>
            <a:t> </a:t>
          </a:r>
          <a:r>
            <a:rPr lang="en-US" sz="3700" kern="1200" dirty="0" err="1"/>
            <a:t>confirmar</a:t>
          </a:r>
          <a:r>
            <a:rPr lang="en-US" sz="3700" kern="1200" dirty="0"/>
            <a:t> </a:t>
          </a:r>
          <a:r>
            <a:rPr lang="en-US" sz="3700" kern="1200" dirty="0" err="1"/>
            <a:t>informações</a:t>
          </a:r>
          <a:r>
            <a:rPr lang="en-US" sz="3700" kern="1200" dirty="0"/>
            <a:t>?</a:t>
          </a:r>
        </a:p>
      </dsp:txBody>
      <dsp:txXfrm>
        <a:off x="2081267" y="2262294"/>
        <a:ext cx="3231108" cy="193866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260EE1-D242-46AB-98F4-D8DD614E4949}">
      <dsp:nvSpPr>
        <dsp:cNvPr id="0" name=""/>
        <dsp:cNvSpPr/>
      </dsp:nvSpPr>
      <dsp:spPr>
        <a:xfrm>
          <a:off x="0" y="3175928"/>
          <a:ext cx="4492602" cy="208375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3144" tIns="263144" rIns="263144" bIns="263144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O que você faria?</a:t>
          </a:r>
        </a:p>
      </dsp:txBody>
      <dsp:txXfrm>
        <a:off x="0" y="3175928"/>
        <a:ext cx="4492602" cy="2083752"/>
      </dsp:txXfrm>
    </dsp:sp>
    <dsp:sp modelId="{AEF7E728-D253-41FF-AB39-AC0A821101E8}">
      <dsp:nvSpPr>
        <dsp:cNvPr id="0" name=""/>
        <dsp:cNvSpPr/>
      </dsp:nvSpPr>
      <dsp:spPr>
        <a:xfrm rot="10800000">
          <a:off x="0" y="2372"/>
          <a:ext cx="4492602" cy="3204811"/>
        </a:xfrm>
        <a:prstGeom prst="upArrowCallout">
          <a:avLst/>
        </a:prstGeom>
        <a:solidFill>
          <a:schemeClr val="accent2">
            <a:hueOff val="-7424668"/>
            <a:satOff val="2422"/>
            <a:lumOff val="-2157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3144" tIns="263144" rIns="263144" bIns="263144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Mensagem pedindo dinheiro com urgência</a:t>
          </a:r>
        </a:p>
      </dsp:txBody>
      <dsp:txXfrm rot="10800000">
        <a:off x="0" y="2372"/>
        <a:ext cx="4492602" cy="208239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1E856E-DBDA-409E-847F-6C8FDDB38E1F}">
      <dsp:nvSpPr>
        <dsp:cNvPr id="0" name=""/>
        <dsp:cNvSpPr/>
      </dsp:nvSpPr>
      <dsp:spPr>
        <a:xfrm>
          <a:off x="0" y="3927"/>
          <a:ext cx="4492602" cy="167075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Informação é proteção</a:t>
          </a:r>
        </a:p>
      </dsp:txBody>
      <dsp:txXfrm>
        <a:off x="81560" y="85487"/>
        <a:ext cx="4329482" cy="1507639"/>
      </dsp:txXfrm>
    </dsp:sp>
    <dsp:sp modelId="{BDE1239A-7FD9-4B80-B11A-DDDED1548802}">
      <dsp:nvSpPr>
        <dsp:cNvPr id="0" name=""/>
        <dsp:cNvSpPr/>
      </dsp:nvSpPr>
      <dsp:spPr>
        <a:xfrm>
          <a:off x="0" y="1795647"/>
          <a:ext cx="4492602" cy="1670759"/>
        </a:xfrm>
        <a:prstGeom prst="roundRect">
          <a:avLst/>
        </a:prstGeom>
        <a:solidFill>
          <a:schemeClr val="accent5">
            <a:hueOff val="-9534578"/>
            <a:satOff val="2515"/>
            <a:lumOff val="1275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Desconfie sempre</a:t>
          </a:r>
        </a:p>
      </dsp:txBody>
      <dsp:txXfrm>
        <a:off x="81560" y="1877207"/>
        <a:ext cx="4329482" cy="1507639"/>
      </dsp:txXfrm>
    </dsp:sp>
    <dsp:sp modelId="{1A2A0F80-5B5A-4B8B-ADDE-5B7CD2A46B4F}">
      <dsp:nvSpPr>
        <dsp:cNvPr id="0" name=""/>
        <dsp:cNvSpPr/>
      </dsp:nvSpPr>
      <dsp:spPr>
        <a:xfrm>
          <a:off x="0" y="3587367"/>
          <a:ext cx="4492602" cy="1670759"/>
        </a:xfrm>
        <a:prstGeom prst="roundRect">
          <a:avLst/>
        </a:prstGeom>
        <a:solidFill>
          <a:schemeClr val="accent5">
            <a:hueOff val="-19069156"/>
            <a:satOff val="5029"/>
            <a:lumOff val="2549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Peça ajuda quando precisar</a:t>
          </a:r>
        </a:p>
      </dsp:txBody>
      <dsp:txXfrm>
        <a:off x="81560" y="3668927"/>
        <a:ext cx="4329482" cy="15076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8645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580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64218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773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lang="en-US" sz="1800" b="0" kern="1200" spc="1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80000"/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162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722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724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304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727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972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107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56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hade val="98000"/>
                <a:satMod val="130000"/>
                <a:lumMod val="102000"/>
              </a:schemeClr>
            </a:gs>
            <a:gs pos="100000">
              <a:schemeClr val="bg1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9C8665A-B6C6-46BB-9012-A92238567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>
            <a:normAutofit/>
          </a:bodyPr>
          <a:lstStyle/>
          <a:p>
            <a:pPr>
              <a:defRPr sz="4000">
                <a:solidFill>
                  <a:srgbClr val="0066CC"/>
                </a:solidFill>
              </a:defRPr>
            </a:pPr>
            <a:r>
              <a:rPr lang="pt-BR" dirty="0"/>
              <a:t>Educando para a Segurança Online</a:t>
            </a:r>
          </a:p>
          <a:p>
            <a:r>
              <a:rPr lang="pt-BR" dirty="0"/>
              <a:t>e Combate às Fake News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/>
          <a:p>
            <a:r>
              <a:rPr lang="pt-BR"/>
              <a:t>Uso seguro e consciente da internet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8964DE-AB9E-402E-8B81-8AA9BB479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61BE5E-E17F-47E3-AF50-969EA826B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69630" y="0"/>
            <a:ext cx="6858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0066CC"/>
                </a:solidFill>
              </a:defRPr>
            </a:pPr>
            <a:r>
              <a:rPr lang="pt-BR"/>
              <a:t>Objetivos da Aula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8B1E2B7-5D25-47D9-E1F7-E463E5FBE9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10219"/>
              </p:ext>
            </p:extLst>
          </p:nvPr>
        </p:nvGraphicFramePr>
        <p:xfrm>
          <a:off x="946547" y="2013055"/>
          <a:ext cx="6589301" cy="4201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Rectangle 1064">
            <a:extLst>
              <a:ext uri="{FF2B5EF4-FFF2-40B4-BE49-F238E27FC236}">
                <a16:creationId xmlns:a16="http://schemas.microsoft.com/office/drawing/2014/main" id="{F1ACBE00-0221-433D-8EA5-D9D7B45F3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 useBgFill="1">
        <p:nvSpPr>
          <p:cNvPr id="1067" name="Rectangle 1066">
            <a:extLst>
              <a:ext uri="{FF2B5EF4-FFF2-40B4-BE49-F238E27FC236}">
                <a16:creationId xmlns:a16="http://schemas.microsoft.com/office/drawing/2014/main" id="{CF575D68-1B79-46A3-8676-195856BA3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51489"/>
            <a:ext cx="8469630" cy="26065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624001"/>
            <a:ext cx="7333202" cy="115252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  <a:defRPr>
                <a:solidFill>
                  <a:srgbClr val="0066CC"/>
                </a:solidFill>
              </a:defRPr>
            </a:pPr>
            <a:r>
              <a:rPr lang="en-US" sz="4200" dirty="0"/>
              <a:t>A Internet no Dia a Dia</a:t>
            </a:r>
          </a:p>
        </p:txBody>
      </p:sp>
      <p:sp>
        <p:nvSpPr>
          <p:cNvPr id="1069" name="Rectangle 1068">
            <a:extLst>
              <a:ext uri="{FF2B5EF4-FFF2-40B4-BE49-F238E27FC236}">
                <a16:creationId xmlns:a16="http://schemas.microsoft.com/office/drawing/2014/main" id="{28E0418F-EF32-49B5-A0CF-7CE8D1664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1026" name="Picture 2" descr="Celular: o que pode e o que não pode no ambiente de trabalho - Época  Negócios | Carreira">
            <a:extLst>
              <a:ext uri="{FF2B5EF4-FFF2-40B4-BE49-F238E27FC236}">
                <a16:creationId xmlns:a16="http://schemas.microsoft.com/office/drawing/2014/main" id="{C9614C26-9DB7-89E1-71E6-CE71429D1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7408"/>
          <a:stretch>
            <a:fillRect/>
          </a:stretch>
        </p:blipFill>
        <p:spPr bwMode="auto">
          <a:xfrm>
            <a:off x="342900" y="10"/>
            <a:ext cx="8126730" cy="4251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0066CC"/>
                </a:solidFill>
              </a:defRPr>
            </a:pPr>
            <a:r>
              <a:t>O que é Segurança Online?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0B1D69E5-B786-E68F-EB56-3DE7CB369A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2499144"/>
              </p:ext>
            </p:extLst>
          </p:nvPr>
        </p:nvGraphicFramePr>
        <p:xfrm>
          <a:off x="946547" y="2013054"/>
          <a:ext cx="6582997" cy="42014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Rectangle 2091">
            <a:extLst>
              <a:ext uri="{FF2B5EF4-FFF2-40B4-BE49-F238E27FC236}">
                <a16:creationId xmlns:a16="http://schemas.microsoft.com/office/drawing/2014/main" id="{F1ACBE00-0221-433D-8EA5-D9D7B45F3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 useBgFill="1">
        <p:nvSpPr>
          <p:cNvPr id="2094" name="Rectangle 2093">
            <a:extLst>
              <a:ext uri="{FF2B5EF4-FFF2-40B4-BE49-F238E27FC236}">
                <a16:creationId xmlns:a16="http://schemas.microsoft.com/office/drawing/2014/main" id="{CF575D68-1B79-46A3-8676-195856BA3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51489"/>
            <a:ext cx="8469630" cy="26065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624001"/>
            <a:ext cx="7333202" cy="115252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  <a:defRPr>
                <a:solidFill>
                  <a:srgbClr val="0066CC"/>
                </a:solidFill>
              </a:defRPr>
            </a:pPr>
            <a:r>
              <a:rPr lang="en-US" sz="3900"/>
              <a:t>O que Fazemos na Internet Hoje</a:t>
            </a:r>
          </a:p>
        </p:txBody>
      </p:sp>
      <p:sp>
        <p:nvSpPr>
          <p:cNvPr id="2096" name="Rectangle 2095">
            <a:extLst>
              <a:ext uri="{FF2B5EF4-FFF2-40B4-BE49-F238E27FC236}">
                <a16:creationId xmlns:a16="http://schemas.microsoft.com/office/drawing/2014/main" id="{28E0418F-EF32-49B5-A0CF-7CE8D1664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2052" name="Picture 4" descr="Uma pessoa segurando um telefone celular na mão foto – Imagem grátis sobre  Homem na Unsplash">
            <a:extLst>
              <a:ext uri="{FF2B5EF4-FFF2-40B4-BE49-F238E27FC236}">
                <a16:creationId xmlns:a16="http://schemas.microsoft.com/office/drawing/2014/main" id="{AE059D2D-2868-AABF-DEAA-100E86D65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4" r="1" b="4143"/>
          <a:stretch>
            <a:fillRect/>
          </a:stretch>
        </p:blipFill>
        <p:spPr bwMode="auto">
          <a:xfrm>
            <a:off x="342900" y="10"/>
            <a:ext cx="8126730" cy="4251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0B3D270-B19D-4DB8-BD3C-3E707485B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156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543" y="836023"/>
            <a:ext cx="2039091" cy="5183777"/>
          </a:xfrm>
        </p:spPr>
        <p:txBody>
          <a:bodyPr anchor="ctr">
            <a:normAutofit/>
          </a:bodyPr>
          <a:lstStyle/>
          <a:p>
            <a:pPr>
              <a:defRPr>
                <a:solidFill>
                  <a:srgbClr val="0066CC"/>
                </a:solidFill>
              </a:defRPr>
            </a:pPr>
            <a:r>
              <a:rPr lang="pt-BR" sz="3100">
                <a:solidFill>
                  <a:srgbClr val="FFFFFF"/>
                </a:solidFill>
              </a:rPr>
              <a:t>Golpes Mais Comuns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BDAF94-B52E-4307-B54C-EF413086F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69630" y="0"/>
            <a:ext cx="6858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0B9CF1B-071D-2D9E-D9C9-7201F67782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7684415"/>
              </p:ext>
            </p:extLst>
          </p:nvPr>
        </p:nvGraphicFramePr>
        <p:xfrm>
          <a:off x="3494111" y="804672"/>
          <a:ext cx="4492602" cy="5262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F1ACBE00-0221-433D-8EA5-D9D7B45F3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980910-96FA-4DA6-93F5-97873AF1B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0"/>
            <a:ext cx="8126730" cy="510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9F1CB7E2-0098-4A7C-B377-037DCA4C8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5105400"/>
            <a:ext cx="8126730" cy="1752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137" y="5181600"/>
            <a:ext cx="7617326" cy="107632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  <a:defRPr>
                <a:solidFill>
                  <a:srgbClr val="0066CC"/>
                </a:solidFill>
              </a:defRPr>
            </a:pPr>
            <a:r>
              <a:rPr lang="en-US" sz="3600" dirty="0" err="1"/>
              <a:t>Aprofundando</a:t>
            </a:r>
            <a:r>
              <a:rPr lang="en-US" sz="3600" dirty="0"/>
              <a:t> </a:t>
            </a:r>
            <a:r>
              <a:rPr lang="en-US" sz="3600" dirty="0" err="1"/>
              <a:t>os</a:t>
            </a:r>
            <a:r>
              <a:rPr lang="en-US" sz="3600" dirty="0"/>
              <a:t> Golpes </a:t>
            </a:r>
            <a:r>
              <a:rPr lang="en-US" sz="3600" dirty="0" err="1"/>
              <a:t>mais</a:t>
            </a:r>
            <a:r>
              <a:rPr lang="en-US" sz="3600" dirty="0"/>
              <a:t> </a:t>
            </a:r>
            <a:r>
              <a:rPr lang="en-US" sz="3600" dirty="0" err="1"/>
              <a:t>Comuns</a:t>
            </a:r>
            <a:endParaRPr lang="en-US" sz="3600" dirty="0"/>
          </a:p>
        </p:txBody>
      </p:sp>
      <p:pic>
        <p:nvPicPr>
          <p:cNvPr id="4" name="Picture 2" descr="Golpes na internet: veja como se prevenir - Mobizoo">
            <a:extLst>
              <a:ext uri="{FF2B5EF4-FFF2-40B4-BE49-F238E27FC236}">
                <a16:creationId xmlns:a16="http://schemas.microsoft.com/office/drawing/2014/main" id="{400B5E28-D1F7-C4B7-B43D-08BF62596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3"/>
          <a:stretch>
            <a:fillRect/>
          </a:stretch>
        </p:blipFill>
        <p:spPr bwMode="auto">
          <a:xfrm>
            <a:off x="680682" y="442795"/>
            <a:ext cx="7451166" cy="4219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0066CC"/>
                </a:solidFill>
              </a:defRPr>
            </a:pPr>
            <a:r>
              <a:rPr dirty="0"/>
              <a:t>Como se </a:t>
            </a:r>
            <a:r>
              <a:rPr dirty="0" err="1"/>
              <a:t>Proteger</a:t>
            </a:r>
            <a:endParaRPr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1199E6F-0E5B-0E47-38D8-7A8E0DB91F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2786048"/>
              </p:ext>
            </p:extLst>
          </p:nvPr>
        </p:nvGraphicFramePr>
        <p:xfrm>
          <a:off x="946547" y="2013054"/>
          <a:ext cx="6582997" cy="42014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4102">
            <a:extLst>
              <a:ext uri="{FF2B5EF4-FFF2-40B4-BE49-F238E27FC236}">
                <a16:creationId xmlns:a16="http://schemas.microsoft.com/office/drawing/2014/main" id="{F1ACBE00-0221-433D-8EA5-D9D7B45F3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 useBgFill="1">
        <p:nvSpPr>
          <p:cNvPr id="4105" name="Rectangle 4104">
            <a:extLst>
              <a:ext uri="{FF2B5EF4-FFF2-40B4-BE49-F238E27FC236}">
                <a16:creationId xmlns:a16="http://schemas.microsoft.com/office/drawing/2014/main" id="{CF575D68-1B79-46A3-8676-195856BA3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51489"/>
            <a:ext cx="8469630" cy="26065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551C5B-F29A-B9D4-7C75-6AF385C85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624001"/>
            <a:ext cx="7333202" cy="115252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dirty="0">
                <a:solidFill>
                  <a:srgbClr val="0066CC"/>
                </a:solidFill>
              </a:rPr>
              <a:t>Sempre </a:t>
            </a:r>
            <a:r>
              <a:rPr lang="en-US" dirty="0" err="1">
                <a:solidFill>
                  <a:srgbClr val="0066CC"/>
                </a:solidFill>
              </a:rPr>
              <a:t>Desconfie</a:t>
            </a:r>
            <a:endParaRPr lang="en-US" dirty="0">
              <a:solidFill>
                <a:srgbClr val="0066CC"/>
              </a:solidFill>
            </a:endParaRPr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28E0418F-EF32-49B5-A0CF-7CE8D1664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4098" name="Picture 2" descr="Carreira de Detetive Particular: O que é preciso saber para seguir essa  profissão">
            <a:extLst>
              <a:ext uri="{FF2B5EF4-FFF2-40B4-BE49-F238E27FC236}">
                <a16:creationId xmlns:a16="http://schemas.microsoft.com/office/drawing/2014/main" id="{7844BFE1-6886-817C-DD1C-AF50E7173AE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5" r="-2" b="-2"/>
          <a:stretch>
            <a:fillRect/>
          </a:stretch>
        </p:blipFill>
        <p:spPr bwMode="auto">
          <a:xfrm>
            <a:off x="342900" y="10"/>
            <a:ext cx="8126730" cy="4251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0462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0B3D270-B19D-4DB8-BD3C-3E707485B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156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543" y="836023"/>
            <a:ext cx="2039091" cy="5183777"/>
          </a:xfrm>
        </p:spPr>
        <p:txBody>
          <a:bodyPr anchor="ctr">
            <a:normAutofit/>
          </a:bodyPr>
          <a:lstStyle/>
          <a:p>
            <a:pPr>
              <a:defRPr>
                <a:solidFill>
                  <a:srgbClr val="0066CC"/>
                </a:solidFill>
              </a:defRPr>
            </a:pPr>
            <a:r>
              <a:rPr lang="pt-BR" sz="3100">
                <a:solidFill>
                  <a:srgbClr val="FFFFFF"/>
                </a:solidFill>
              </a:rPr>
              <a:t>O que são Fake News?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BDAF94-B52E-4307-B54C-EF413086F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69630" y="0"/>
            <a:ext cx="6858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D99EE6F-E5E5-32EA-7F27-76A1C1E14D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1932100"/>
              </p:ext>
            </p:extLst>
          </p:nvPr>
        </p:nvGraphicFramePr>
        <p:xfrm>
          <a:off x="3494111" y="804672"/>
          <a:ext cx="4492602" cy="5262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5126">
            <a:extLst>
              <a:ext uri="{FF2B5EF4-FFF2-40B4-BE49-F238E27FC236}">
                <a16:creationId xmlns:a16="http://schemas.microsoft.com/office/drawing/2014/main" id="{5D5E0904-721C-4D68-9EB8-1C9752E32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 useBgFill="1">
        <p:nvSpPr>
          <p:cNvPr id="5129" name="Rectangle 5128">
            <a:extLst>
              <a:ext uri="{FF2B5EF4-FFF2-40B4-BE49-F238E27FC236}">
                <a16:creationId xmlns:a16="http://schemas.microsoft.com/office/drawing/2014/main" id="{D0CDF5D3-7220-42A0-9D37-ECF3BF283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0"/>
            <a:ext cx="8126730" cy="5105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5131" name="Rectangle 5130">
            <a:extLst>
              <a:ext uri="{FF2B5EF4-FFF2-40B4-BE49-F238E27FC236}">
                <a16:creationId xmlns:a16="http://schemas.microsoft.com/office/drawing/2014/main" id="{64BC717F-58B3-4A4E-BC3B-1B11323AD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5105400"/>
            <a:ext cx="8126730" cy="17526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137" y="5181600"/>
            <a:ext cx="7617326" cy="107632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  <a:defRPr>
                <a:solidFill>
                  <a:srgbClr val="0066CC"/>
                </a:solidFill>
              </a:defRPr>
            </a:pPr>
            <a:r>
              <a:rPr lang="en-US" sz="4700">
                <a:solidFill>
                  <a:srgbClr val="FFFFFF"/>
                </a:solidFill>
              </a:rPr>
              <a:t>Exemplos de Fake News</a:t>
            </a:r>
          </a:p>
        </p:txBody>
      </p:sp>
      <p:sp>
        <p:nvSpPr>
          <p:cNvPr id="5133" name="Rectangle 5132">
            <a:extLst>
              <a:ext uri="{FF2B5EF4-FFF2-40B4-BE49-F238E27FC236}">
                <a16:creationId xmlns:a16="http://schemas.microsoft.com/office/drawing/2014/main" id="{1EE75710-64C5-4CA8-8A7C-82EE4125C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2900" cy="6858000"/>
          </a:xfrm>
          <a:prstGeom prst="rect">
            <a:avLst/>
          </a:prstGeom>
          <a:solidFill>
            <a:srgbClr val="6F6F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O poder destrutivo das fake news na era digital e o ataque às instituições  democráticas - Portal Pebinha de Açúcar - 18 anos">
            <a:extLst>
              <a:ext uri="{FF2B5EF4-FFF2-40B4-BE49-F238E27FC236}">
                <a16:creationId xmlns:a16="http://schemas.microsoft.com/office/drawing/2014/main" id="{6914B486-A23D-C42C-CF1A-908590AB7D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72635" y="640081"/>
            <a:ext cx="6296691" cy="3825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35" name="Rectangle 5134">
            <a:extLst>
              <a:ext uri="{FF2B5EF4-FFF2-40B4-BE49-F238E27FC236}">
                <a16:creationId xmlns:a16="http://schemas.microsoft.com/office/drawing/2014/main" id="{435050B1-74E1-4A81-923D-0F5971A3B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69630" y="0"/>
            <a:ext cx="67437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0B3D270-B19D-4DB8-BD3C-3E707485B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156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543" y="836023"/>
            <a:ext cx="2039091" cy="5183777"/>
          </a:xfrm>
        </p:spPr>
        <p:txBody>
          <a:bodyPr anchor="ctr">
            <a:normAutofit/>
          </a:bodyPr>
          <a:lstStyle/>
          <a:p>
            <a:pPr>
              <a:defRPr>
                <a:solidFill>
                  <a:srgbClr val="0066CC"/>
                </a:solidFill>
              </a:defRPr>
            </a:pPr>
            <a:r>
              <a:rPr lang="pt-BR" sz="2400">
                <a:solidFill>
                  <a:srgbClr val="FFFFFF"/>
                </a:solidFill>
              </a:rPr>
              <a:t>Antes de Compartilhar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BDAF94-B52E-4307-B54C-EF413086F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69630" y="0"/>
            <a:ext cx="6858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4818E30-5353-7FD6-6058-ECBD918F87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5695689"/>
              </p:ext>
            </p:extLst>
          </p:nvPr>
        </p:nvGraphicFramePr>
        <p:xfrm>
          <a:off x="3494111" y="804672"/>
          <a:ext cx="4492602" cy="5262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76248C8-0720-48AB-91BA-5F530BB41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6569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3" y="365760"/>
            <a:ext cx="7393787" cy="1325562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0066CC"/>
                </a:solidFill>
              </a:defRPr>
            </a:pPr>
            <a:r>
              <a:t>Atividade – Verdadeiro ou Falso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3BEDA7-D0B8-4802-8168-92452653B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858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EFF34B-7B1A-4F9D-8CEE-A40962BC7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22793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8E1241B-85F4-19BF-E26B-0EF78625DE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835193"/>
              </p:ext>
            </p:extLst>
          </p:nvPr>
        </p:nvGraphicFramePr>
        <p:xfrm>
          <a:off x="946547" y="2013055"/>
          <a:ext cx="7393643" cy="4201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8">
            <a:extLst>
              <a:ext uri="{FF2B5EF4-FFF2-40B4-BE49-F238E27FC236}">
                <a16:creationId xmlns:a16="http://schemas.microsoft.com/office/drawing/2014/main" id="{30B3D270-B19D-4DB8-BD3C-3E707485B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156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543" y="836023"/>
            <a:ext cx="2039091" cy="5183777"/>
          </a:xfrm>
        </p:spPr>
        <p:txBody>
          <a:bodyPr anchor="ctr">
            <a:normAutofit/>
          </a:bodyPr>
          <a:lstStyle/>
          <a:p>
            <a:pPr>
              <a:defRPr>
                <a:solidFill>
                  <a:srgbClr val="0066CC"/>
                </a:solidFill>
              </a:defRPr>
            </a:pPr>
            <a:r>
              <a:rPr lang="pt-BR" sz="3100">
                <a:solidFill>
                  <a:srgbClr val="FFFFFF"/>
                </a:solidFill>
              </a:rPr>
              <a:t>Atividade – Situação Problema</a:t>
            </a: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49BDAF94-B52E-4307-B54C-EF413086F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69630" y="0"/>
            <a:ext cx="6858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3C796F07-929E-874F-37A9-833EC2A1EF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9095183"/>
              </p:ext>
            </p:extLst>
          </p:nvPr>
        </p:nvGraphicFramePr>
        <p:xfrm>
          <a:off x="3494111" y="804672"/>
          <a:ext cx="4492602" cy="5262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0B3D270-B19D-4DB8-BD3C-3E707485B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156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543" y="836023"/>
            <a:ext cx="2039091" cy="5183777"/>
          </a:xfrm>
        </p:spPr>
        <p:txBody>
          <a:bodyPr anchor="ctr">
            <a:normAutofit/>
          </a:bodyPr>
          <a:lstStyle/>
          <a:p>
            <a:pPr>
              <a:defRPr>
                <a:solidFill>
                  <a:srgbClr val="0066CC"/>
                </a:solidFill>
              </a:defRPr>
            </a:pPr>
            <a:r>
              <a:rPr lang="pt-BR" sz="2900">
                <a:solidFill>
                  <a:srgbClr val="FFFFFF"/>
                </a:solidFill>
              </a:rPr>
              <a:t>Mensagem Final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BDAF94-B52E-4307-B54C-EF413086F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69630" y="0"/>
            <a:ext cx="6858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300FA90-5F96-6CF3-09A2-90552FBB06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6304488"/>
              </p:ext>
            </p:extLst>
          </p:nvPr>
        </p:nvGraphicFramePr>
        <p:xfrm>
          <a:off x="3494111" y="804672"/>
          <a:ext cx="4492602" cy="5262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1028699"/>
            <a:ext cx="7063740" cy="3862083"/>
          </a:xfrm>
        </p:spPr>
        <p:txBody>
          <a:bodyPr anchor="ctr">
            <a:normAutofit/>
          </a:bodyPr>
          <a:lstStyle/>
          <a:p>
            <a:pPr algn="ctr">
              <a:defRPr sz="4000">
                <a:solidFill>
                  <a:srgbClr val="0066CC"/>
                </a:solidFill>
              </a:defRPr>
            </a:pPr>
            <a:r>
              <a:rPr lang="pt-BR" sz="5200"/>
              <a:t>Obrigado!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5237670"/>
            <a:ext cx="7063740" cy="1183261"/>
          </a:xfrm>
        </p:spPr>
        <p:txBody>
          <a:bodyPr>
            <a:normAutofit/>
          </a:bodyPr>
          <a:lstStyle/>
          <a:p>
            <a:pPr algn="ctr"/>
            <a:r>
              <a:rPr lang="pt-BR"/>
              <a:t>Agora vamos conversar 😊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7E8ECA2-60A0-4D39-817D-F1E982ED7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238625" y="5097592"/>
            <a:ext cx="44729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Exibir">
  <a:themeElements>
    <a:clrScheme name="Exibir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Exibir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xibir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TM03457515[[fn=Exibir]]</Template>
  <TotalTime>246</TotalTime>
  <Words>176</Words>
  <Application>Microsoft Office PowerPoint</Application>
  <PresentationFormat>Apresentação na tela (4:3)</PresentationFormat>
  <Paragraphs>45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0" baseType="lpstr">
      <vt:lpstr>Arial</vt:lpstr>
      <vt:lpstr>Century Schoolbook</vt:lpstr>
      <vt:lpstr>Wingdings 2</vt:lpstr>
      <vt:lpstr>Exibir</vt:lpstr>
      <vt:lpstr>Educando para a Segurança Online e Combate às Fake News</vt:lpstr>
      <vt:lpstr>Objetivos da Aula</vt:lpstr>
      <vt:lpstr>A Internet no Dia a Dia</vt:lpstr>
      <vt:lpstr>O que é Segurança Online?</vt:lpstr>
      <vt:lpstr>O que Fazemos na Internet Hoje</vt:lpstr>
      <vt:lpstr>Golpes Mais Comuns</vt:lpstr>
      <vt:lpstr>Aprofundando os Golpes mais Comuns</vt:lpstr>
      <vt:lpstr>Como se Proteger</vt:lpstr>
      <vt:lpstr>Sempre Desconfie</vt:lpstr>
      <vt:lpstr>O que são Fake News?</vt:lpstr>
      <vt:lpstr>Exemplos de Fake News</vt:lpstr>
      <vt:lpstr>Antes de Compartilhar</vt:lpstr>
      <vt:lpstr>Atividade – Verdadeiro ou Falso</vt:lpstr>
      <vt:lpstr>Atividade – Situação Problema</vt:lpstr>
      <vt:lpstr>Mensagem Final</vt:lpstr>
      <vt:lpstr>Obrigado!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Bruno</dc:creator>
  <cp:keywords/>
  <dc:description>generated using python-pptx</dc:description>
  <cp:lastModifiedBy>Financeiro PAVONI</cp:lastModifiedBy>
  <cp:revision>4</cp:revision>
  <dcterms:created xsi:type="dcterms:W3CDTF">2013-01-27T09:14:16Z</dcterms:created>
  <dcterms:modified xsi:type="dcterms:W3CDTF">2026-01-12T17:24:32Z</dcterms:modified>
  <cp:category/>
</cp:coreProperties>
</file>